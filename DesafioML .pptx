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9" r:id="rId1"/>
  </p:sldMasterIdLst>
  <p:sldIdLst>
    <p:sldId id="256" r:id="rId2"/>
    <p:sldId id="257" r:id="rId3"/>
    <p:sldId id="258" r:id="rId4"/>
    <p:sldId id="259" r:id="rId5"/>
    <p:sldId id="260" r:id="rId6"/>
    <p:sldId id="261" r:id="rId7"/>
    <p:sldId id="263" r:id="rId8"/>
    <p:sldId id="265" r:id="rId9"/>
    <p:sldId id="267" r:id="rId10"/>
    <p:sldId id="268" r:id="rId11"/>
    <p:sldId id="269" r:id="rId12"/>
    <p:sldId id="285" r:id="rId13"/>
    <p:sldId id="264" r:id="rId14"/>
    <p:sldId id="271" r:id="rId15"/>
    <p:sldId id="272" r:id="rId16"/>
    <p:sldId id="273" r:id="rId17"/>
    <p:sldId id="266" r:id="rId18"/>
    <p:sldId id="274" r:id="rId19"/>
    <p:sldId id="270" r:id="rId20"/>
    <p:sldId id="276" r:id="rId21"/>
    <p:sldId id="275" r:id="rId22"/>
    <p:sldId id="278" r:id="rId23"/>
    <p:sldId id="277" r:id="rId24"/>
    <p:sldId id="279" r:id="rId25"/>
    <p:sldId id="280" r:id="rId26"/>
    <p:sldId id="281" r:id="rId27"/>
    <p:sldId id="282" r:id="rId28"/>
    <p:sldId id="283" r:id="rId29"/>
    <p:sldId id="287" r:id="rId30"/>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6D027F0-F8C6-4864-B231-E9034F4335C2}" v="139" dt="2024-05-09T00:35:18.644"/>
    <p1510:client id="{766D3A66-7CC6-45B8-AEE0-777ABC9C96FE}" v="8089" dt="2024-05-08T23:34:54.372"/>
    <p1510:client id="{87BAF674-D373-4FFF-9DF6-542C54B4DC6F}" v="3" dt="2024-05-08T23:54:53.23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59" autoAdjust="0"/>
    <p:restoredTop sz="94660"/>
  </p:normalViewPr>
  <p:slideViewPr>
    <p:cSldViewPr snapToGrid="0">
      <p:cViewPr varScale="1">
        <p:scale>
          <a:sx n="61" d="100"/>
          <a:sy n="61" d="100"/>
        </p:scale>
        <p:origin x="84" y="3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microsoft.com/office/2016/11/relationships/changesInfo" Target="changesInfos/changesInfo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celo Moraes Cardozo" userId="edc4260feab78faa" providerId="Windows Live" clId="Web-{87BAF674-D373-4FFF-9DF6-542C54B4DC6F}"/>
    <pc:docChg chg="modSld">
      <pc:chgData name="Marcelo Moraes Cardozo" userId="edc4260feab78faa" providerId="Windows Live" clId="Web-{87BAF674-D373-4FFF-9DF6-542C54B4DC6F}" dt="2024-05-08T23:54:53.239" v="2" actId="20577"/>
      <pc:docMkLst>
        <pc:docMk/>
      </pc:docMkLst>
      <pc:sldChg chg="modSp">
        <pc:chgData name="Marcelo Moraes Cardozo" userId="edc4260feab78faa" providerId="Windows Live" clId="Web-{87BAF674-D373-4FFF-9DF6-542C54B4DC6F}" dt="2024-05-08T23:54:53.239" v="2" actId="20577"/>
        <pc:sldMkLst>
          <pc:docMk/>
          <pc:sldMk cId="2082796464" sldId="287"/>
        </pc:sldMkLst>
        <pc:spChg chg="mod">
          <ac:chgData name="Marcelo Moraes Cardozo" userId="edc4260feab78faa" providerId="Windows Live" clId="Web-{87BAF674-D373-4FFF-9DF6-542C54B4DC6F}" dt="2024-05-08T23:54:53.239" v="2" actId="20577"/>
          <ac:spMkLst>
            <pc:docMk/>
            <pc:sldMk cId="2082796464" sldId="287"/>
            <ac:spMk id="3" creationId="{8EF1D440-F066-C84F-A66F-CD8C5668B7C5}"/>
          </ac:spMkLst>
        </pc:spChg>
      </pc:sldChg>
    </pc:docChg>
  </pc:docChgLst>
  <pc:docChgLst>
    <pc:chgData name="Marcelo Moraes Cardozo" userId="edc4260feab78faa" providerId="Windows Live" clId="Web-{36D027F0-F8C6-4864-B231-E9034F4335C2}"/>
    <pc:docChg chg="modSld">
      <pc:chgData name="Marcelo Moraes Cardozo" userId="edc4260feab78faa" providerId="Windows Live" clId="Web-{36D027F0-F8C6-4864-B231-E9034F4335C2}" dt="2024-05-09T00:35:18.644" v="73" actId="1076"/>
      <pc:docMkLst>
        <pc:docMk/>
      </pc:docMkLst>
      <pc:sldChg chg="addSp delSp modSp">
        <pc:chgData name="Marcelo Moraes Cardozo" userId="edc4260feab78faa" providerId="Windows Live" clId="Web-{36D027F0-F8C6-4864-B231-E9034F4335C2}" dt="2024-05-09T00:35:18.644" v="73" actId="1076"/>
        <pc:sldMkLst>
          <pc:docMk/>
          <pc:sldMk cId="272343331" sldId="285"/>
        </pc:sldMkLst>
        <pc:spChg chg="mod">
          <ac:chgData name="Marcelo Moraes Cardozo" userId="edc4260feab78faa" providerId="Windows Live" clId="Web-{36D027F0-F8C6-4864-B231-E9034F4335C2}" dt="2024-05-09T00:35:11.815" v="72" actId="20577"/>
          <ac:spMkLst>
            <pc:docMk/>
            <pc:sldMk cId="272343331" sldId="285"/>
            <ac:spMk id="4" creationId="{0281464E-F3A5-CFA2-CADF-A0C7778F975C}"/>
          </ac:spMkLst>
        </pc:spChg>
        <pc:picChg chg="del">
          <ac:chgData name="Marcelo Moraes Cardozo" userId="edc4260feab78faa" providerId="Windows Live" clId="Web-{36D027F0-F8C6-4864-B231-E9034F4335C2}" dt="2024-05-09T00:32:06.465" v="2"/>
          <ac:picMkLst>
            <pc:docMk/>
            <pc:sldMk cId="272343331" sldId="285"/>
            <ac:picMk id="3" creationId="{88ECAE49-3DB3-C07F-C877-B0411A89C0FB}"/>
          </ac:picMkLst>
        </pc:picChg>
        <pc:picChg chg="add mod">
          <ac:chgData name="Marcelo Moraes Cardozo" userId="edc4260feab78faa" providerId="Windows Live" clId="Web-{36D027F0-F8C6-4864-B231-E9034F4335C2}" dt="2024-05-09T00:35:18.644" v="73" actId="1076"/>
          <ac:picMkLst>
            <pc:docMk/>
            <pc:sldMk cId="272343331" sldId="285"/>
            <ac:picMk id="5" creationId="{44E8D99D-4933-41C1-C491-8C8D00BE9A54}"/>
          </ac:picMkLst>
        </pc:picChg>
      </pc:sldChg>
    </pc:docChg>
  </pc:docChgLst>
  <pc:docChgLst>
    <pc:chgData name="Marcelo Moraes Cardozo" userId="edc4260feab78faa" providerId="Windows Live" clId="Web-{766D3A66-7CC6-45B8-AEE0-777ABC9C96FE}"/>
    <pc:docChg chg="addSld delSld modSld sldOrd addMainMaster delMainMaster">
      <pc:chgData name="Marcelo Moraes Cardozo" userId="edc4260feab78faa" providerId="Windows Live" clId="Web-{766D3A66-7CC6-45B8-AEE0-777ABC9C96FE}" dt="2024-05-08T23:34:54.372" v="7788"/>
      <pc:docMkLst>
        <pc:docMk/>
      </pc:docMkLst>
      <pc:sldChg chg="addSp modSp mod setBg modClrScheme chgLayout">
        <pc:chgData name="Marcelo Moraes Cardozo" userId="edc4260feab78faa" providerId="Windows Live" clId="Web-{766D3A66-7CC6-45B8-AEE0-777ABC9C96FE}" dt="2024-05-08T11:30:09.138" v="30" actId="20577"/>
        <pc:sldMkLst>
          <pc:docMk/>
          <pc:sldMk cId="2210866551" sldId="256"/>
        </pc:sldMkLst>
        <pc:spChg chg="mod">
          <ac:chgData name="Marcelo Moraes Cardozo" userId="edc4260feab78faa" providerId="Windows Live" clId="Web-{766D3A66-7CC6-45B8-AEE0-777ABC9C96FE}" dt="2024-05-08T11:28:33.121" v="7" actId="20577"/>
          <ac:spMkLst>
            <pc:docMk/>
            <pc:sldMk cId="2210866551" sldId="256"/>
            <ac:spMk id="2" creationId="{00000000-0000-0000-0000-000000000000}"/>
          </ac:spMkLst>
        </pc:spChg>
        <pc:spChg chg="mod">
          <ac:chgData name="Marcelo Moraes Cardozo" userId="edc4260feab78faa" providerId="Windows Live" clId="Web-{766D3A66-7CC6-45B8-AEE0-777ABC9C96FE}" dt="2024-05-08T11:30:09.138" v="30" actId="20577"/>
          <ac:spMkLst>
            <pc:docMk/>
            <pc:sldMk cId="2210866551" sldId="256"/>
            <ac:spMk id="3" creationId="{00000000-0000-0000-0000-000000000000}"/>
          </ac:spMkLst>
        </pc:spChg>
        <pc:spChg chg="add">
          <ac:chgData name="Marcelo Moraes Cardozo" userId="edc4260feab78faa" providerId="Windows Live" clId="Web-{766D3A66-7CC6-45B8-AEE0-777ABC9C96FE}" dt="2024-05-08T11:27:58.823" v="0"/>
          <ac:spMkLst>
            <pc:docMk/>
            <pc:sldMk cId="2210866551" sldId="256"/>
            <ac:spMk id="8" creationId="{33C95BF9-2BBD-4260-A118-8F5158036048}"/>
          </ac:spMkLst>
        </pc:spChg>
        <pc:cxnChg chg="add">
          <ac:chgData name="Marcelo Moraes Cardozo" userId="edc4260feab78faa" providerId="Windows Live" clId="Web-{766D3A66-7CC6-45B8-AEE0-777ABC9C96FE}" dt="2024-05-08T11:27:58.823" v="0"/>
          <ac:cxnSpMkLst>
            <pc:docMk/>
            <pc:sldMk cId="2210866551" sldId="256"/>
            <ac:cxnSpMk id="10" creationId="{7FA398C7-3FA4-4D8D-8392-B6CD2F434D54}"/>
          </ac:cxnSpMkLst>
        </pc:cxnChg>
        <pc:cxnChg chg="add">
          <ac:chgData name="Marcelo Moraes Cardozo" userId="edc4260feab78faa" providerId="Windows Live" clId="Web-{766D3A66-7CC6-45B8-AEE0-777ABC9C96FE}" dt="2024-05-08T11:27:58.823" v="0"/>
          <ac:cxnSpMkLst>
            <pc:docMk/>
            <pc:sldMk cId="2210866551" sldId="256"/>
            <ac:cxnSpMk id="12" creationId="{67D19053-F48D-4B66-AF7B-A06FA6D26E04}"/>
          </ac:cxnSpMkLst>
        </pc:cxnChg>
      </pc:sldChg>
      <pc:sldChg chg="modSp new">
        <pc:chgData name="Marcelo Moraes Cardozo" userId="edc4260feab78faa" providerId="Windows Live" clId="Web-{766D3A66-7CC6-45B8-AEE0-777ABC9C96FE}" dt="2024-05-08T23:16:59.153" v="7705" actId="14100"/>
        <pc:sldMkLst>
          <pc:docMk/>
          <pc:sldMk cId="527549094" sldId="257"/>
        </pc:sldMkLst>
        <pc:spChg chg="mod">
          <ac:chgData name="Marcelo Moraes Cardozo" userId="edc4260feab78faa" providerId="Windows Live" clId="Web-{766D3A66-7CC6-45B8-AEE0-777ABC9C96FE}" dt="2024-05-08T11:31:22.874" v="37" actId="20577"/>
          <ac:spMkLst>
            <pc:docMk/>
            <pc:sldMk cId="527549094" sldId="257"/>
            <ac:spMk id="2" creationId="{5DABD26A-F2C4-22E1-E4DB-91ABACDD13AD}"/>
          </ac:spMkLst>
        </pc:spChg>
        <pc:spChg chg="mod">
          <ac:chgData name="Marcelo Moraes Cardozo" userId="edc4260feab78faa" providerId="Windows Live" clId="Web-{766D3A66-7CC6-45B8-AEE0-777ABC9C96FE}" dt="2024-05-08T23:16:59.153" v="7705" actId="14100"/>
          <ac:spMkLst>
            <pc:docMk/>
            <pc:sldMk cId="527549094" sldId="257"/>
            <ac:spMk id="3" creationId="{1C878490-7CC6-2A85-E4AE-5D231CAF25E8}"/>
          </ac:spMkLst>
        </pc:spChg>
      </pc:sldChg>
      <pc:sldChg chg="modSp new">
        <pc:chgData name="Marcelo Moraes Cardozo" userId="edc4260feab78faa" providerId="Windows Live" clId="Web-{766D3A66-7CC6-45B8-AEE0-777ABC9C96FE}" dt="2024-05-08T23:17:19.044" v="7706"/>
        <pc:sldMkLst>
          <pc:docMk/>
          <pc:sldMk cId="1406950327" sldId="258"/>
        </pc:sldMkLst>
        <pc:spChg chg="mod">
          <ac:chgData name="Marcelo Moraes Cardozo" userId="edc4260feab78faa" providerId="Windows Live" clId="Web-{766D3A66-7CC6-45B8-AEE0-777ABC9C96FE}" dt="2024-05-08T11:38:30.211" v="112" actId="20577"/>
          <ac:spMkLst>
            <pc:docMk/>
            <pc:sldMk cId="1406950327" sldId="258"/>
            <ac:spMk id="2" creationId="{21FFF01D-B6A3-0ED5-3DE6-D21308E3DAAB}"/>
          </ac:spMkLst>
        </pc:spChg>
        <pc:spChg chg="mod">
          <ac:chgData name="Marcelo Moraes Cardozo" userId="edc4260feab78faa" providerId="Windows Live" clId="Web-{766D3A66-7CC6-45B8-AEE0-777ABC9C96FE}" dt="2024-05-08T23:17:19.044" v="7706"/>
          <ac:spMkLst>
            <pc:docMk/>
            <pc:sldMk cId="1406950327" sldId="258"/>
            <ac:spMk id="3" creationId="{9C3BA0BA-E6FD-83BD-B282-5F0683ED68DA}"/>
          </ac:spMkLst>
        </pc:spChg>
      </pc:sldChg>
      <pc:sldChg chg="modSp new">
        <pc:chgData name="Marcelo Moraes Cardozo" userId="edc4260feab78faa" providerId="Windows Live" clId="Web-{766D3A66-7CC6-45B8-AEE0-777ABC9C96FE}" dt="2024-05-08T23:17:29.669" v="7707"/>
        <pc:sldMkLst>
          <pc:docMk/>
          <pc:sldMk cId="888653620" sldId="259"/>
        </pc:sldMkLst>
        <pc:spChg chg="mod">
          <ac:chgData name="Marcelo Moraes Cardozo" userId="edc4260feab78faa" providerId="Windows Live" clId="Web-{766D3A66-7CC6-45B8-AEE0-777ABC9C96FE}" dt="2024-05-08T11:45:37.923" v="210" actId="20577"/>
          <ac:spMkLst>
            <pc:docMk/>
            <pc:sldMk cId="888653620" sldId="259"/>
            <ac:spMk id="2" creationId="{8BA54AEB-CE54-C5FC-6464-8A8667A04A55}"/>
          </ac:spMkLst>
        </pc:spChg>
        <pc:spChg chg="mod">
          <ac:chgData name="Marcelo Moraes Cardozo" userId="edc4260feab78faa" providerId="Windows Live" clId="Web-{766D3A66-7CC6-45B8-AEE0-777ABC9C96FE}" dt="2024-05-08T23:17:29.669" v="7707"/>
          <ac:spMkLst>
            <pc:docMk/>
            <pc:sldMk cId="888653620" sldId="259"/>
            <ac:spMk id="3" creationId="{694A6051-8858-0EB1-3751-9A891F47D273}"/>
          </ac:spMkLst>
        </pc:spChg>
      </pc:sldChg>
      <pc:sldChg chg="modSp new">
        <pc:chgData name="Marcelo Moraes Cardozo" userId="edc4260feab78faa" providerId="Windows Live" clId="Web-{766D3A66-7CC6-45B8-AEE0-777ABC9C96FE}" dt="2024-05-08T23:17:48.825" v="7712" actId="14100"/>
        <pc:sldMkLst>
          <pc:docMk/>
          <pc:sldMk cId="1441573358" sldId="260"/>
        </pc:sldMkLst>
        <pc:spChg chg="mod">
          <ac:chgData name="Marcelo Moraes Cardozo" userId="edc4260feab78faa" providerId="Windows Live" clId="Web-{766D3A66-7CC6-45B8-AEE0-777ABC9C96FE}" dt="2024-05-08T11:58:53.048" v="580" actId="20577"/>
          <ac:spMkLst>
            <pc:docMk/>
            <pc:sldMk cId="1441573358" sldId="260"/>
            <ac:spMk id="2" creationId="{4D3E7F2C-AA56-734C-9A44-EBDBE458CEE2}"/>
          </ac:spMkLst>
        </pc:spChg>
        <pc:spChg chg="mod">
          <ac:chgData name="Marcelo Moraes Cardozo" userId="edc4260feab78faa" providerId="Windows Live" clId="Web-{766D3A66-7CC6-45B8-AEE0-777ABC9C96FE}" dt="2024-05-08T23:17:48.825" v="7712" actId="14100"/>
          <ac:spMkLst>
            <pc:docMk/>
            <pc:sldMk cId="1441573358" sldId="260"/>
            <ac:spMk id="3" creationId="{70214EEB-AE33-3B24-D9D2-D7944ECAEA9C}"/>
          </ac:spMkLst>
        </pc:spChg>
      </pc:sldChg>
      <pc:sldChg chg="addSp delSp modSp new">
        <pc:chgData name="Marcelo Moraes Cardozo" userId="edc4260feab78faa" providerId="Windows Live" clId="Web-{766D3A66-7CC6-45B8-AEE0-777ABC9C96FE}" dt="2024-05-08T23:18:55.653" v="7716" actId="20577"/>
        <pc:sldMkLst>
          <pc:docMk/>
          <pc:sldMk cId="1939763887" sldId="261"/>
        </pc:sldMkLst>
        <pc:spChg chg="mod">
          <ac:chgData name="Marcelo Moraes Cardozo" userId="edc4260feab78faa" providerId="Windows Live" clId="Web-{766D3A66-7CC6-45B8-AEE0-777ABC9C96FE}" dt="2024-05-08T12:25:29.502" v="1362" actId="20577"/>
          <ac:spMkLst>
            <pc:docMk/>
            <pc:sldMk cId="1939763887" sldId="261"/>
            <ac:spMk id="2" creationId="{EE3FC3A2-25E2-2130-647C-725FE4B8F5C9}"/>
          </ac:spMkLst>
        </pc:spChg>
        <pc:spChg chg="mod">
          <ac:chgData name="Marcelo Moraes Cardozo" userId="edc4260feab78faa" providerId="Windows Live" clId="Web-{766D3A66-7CC6-45B8-AEE0-777ABC9C96FE}" dt="2024-05-08T23:18:55.653" v="7716" actId="20577"/>
          <ac:spMkLst>
            <pc:docMk/>
            <pc:sldMk cId="1939763887" sldId="261"/>
            <ac:spMk id="3" creationId="{B363A0EB-508A-2140-4A64-C94EBDBE421B}"/>
          </ac:spMkLst>
        </pc:spChg>
        <pc:spChg chg="add del mod">
          <ac:chgData name="Marcelo Moraes Cardozo" userId="edc4260feab78faa" providerId="Windows Live" clId="Web-{766D3A66-7CC6-45B8-AEE0-777ABC9C96FE}" dt="2024-05-08T13:13:43.161" v="1706"/>
          <ac:spMkLst>
            <pc:docMk/>
            <pc:sldMk cId="1939763887" sldId="261"/>
            <ac:spMk id="4" creationId="{5BAE5D17-8DD4-CDF3-EBE4-D3AB7F02F7C5}"/>
          </ac:spMkLst>
        </pc:spChg>
      </pc:sldChg>
      <pc:sldChg chg="addSp delSp modSp new del mod setBg">
        <pc:chgData name="Marcelo Moraes Cardozo" userId="edc4260feab78faa" providerId="Windows Live" clId="Web-{766D3A66-7CC6-45B8-AEE0-777ABC9C96FE}" dt="2024-05-08T12:55:49.912" v="1623"/>
        <pc:sldMkLst>
          <pc:docMk/>
          <pc:sldMk cId="1248413619" sldId="262"/>
        </pc:sldMkLst>
        <pc:spChg chg="mod ord">
          <ac:chgData name="Marcelo Moraes Cardozo" userId="edc4260feab78faa" providerId="Windows Live" clId="Web-{766D3A66-7CC6-45B8-AEE0-777ABC9C96FE}" dt="2024-05-08T12:42:39.648" v="1575"/>
          <ac:spMkLst>
            <pc:docMk/>
            <pc:sldMk cId="1248413619" sldId="262"/>
            <ac:spMk id="2" creationId="{DE3E2B09-02F8-51FF-D0D7-951E3138FE38}"/>
          </ac:spMkLst>
        </pc:spChg>
        <pc:spChg chg="del">
          <ac:chgData name="Marcelo Moraes Cardozo" userId="edc4260feab78faa" providerId="Windows Live" clId="Web-{766D3A66-7CC6-45B8-AEE0-777ABC9C96FE}" dt="2024-05-08T12:41:03.507" v="1557"/>
          <ac:spMkLst>
            <pc:docMk/>
            <pc:sldMk cId="1248413619" sldId="262"/>
            <ac:spMk id="3" creationId="{7E524088-B43E-C7CC-5431-938ED4F142CA}"/>
          </ac:spMkLst>
        </pc:spChg>
        <pc:spChg chg="add del">
          <ac:chgData name="Marcelo Moraes Cardozo" userId="edc4260feab78faa" providerId="Windows Live" clId="Web-{766D3A66-7CC6-45B8-AEE0-777ABC9C96FE}" dt="2024-05-08T12:42:19.554" v="1566"/>
          <ac:spMkLst>
            <pc:docMk/>
            <pc:sldMk cId="1248413619" sldId="262"/>
            <ac:spMk id="8" creationId="{A7A34DBC-B5BC-BC8E-8999-F069958EE8E3}"/>
          </ac:spMkLst>
        </pc:spChg>
        <pc:spChg chg="add del">
          <ac:chgData name="Marcelo Moraes Cardozo" userId="edc4260feab78faa" providerId="Windows Live" clId="Web-{766D3A66-7CC6-45B8-AEE0-777ABC9C96FE}" dt="2024-05-08T12:42:19.554" v="1566"/>
          <ac:spMkLst>
            <pc:docMk/>
            <pc:sldMk cId="1248413619" sldId="262"/>
            <ac:spMk id="11" creationId="{EBAF395E-7D52-496C-ACDD-468AEC1ADF0A}"/>
          </ac:spMkLst>
        </pc:spChg>
        <pc:spChg chg="add del">
          <ac:chgData name="Marcelo Moraes Cardozo" userId="edc4260feab78faa" providerId="Windows Live" clId="Web-{766D3A66-7CC6-45B8-AEE0-777ABC9C96FE}" dt="2024-05-08T12:42:39.648" v="1575"/>
          <ac:spMkLst>
            <pc:docMk/>
            <pc:sldMk cId="1248413619" sldId="262"/>
            <ac:spMk id="23" creationId="{1FD0F0B6-5415-4254-9E66-BE9C2FB05B27}"/>
          </ac:spMkLst>
        </pc:spChg>
        <pc:spChg chg="add del">
          <ac:chgData name="Marcelo Moraes Cardozo" userId="edc4260feab78faa" providerId="Windows Live" clId="Web-{766D3A66-7CC6-45B8-AEE0-777ABC9C96FE}" dt="2024-05-08T12:42:44.039" v="1576"/>
          <ac:spMkLst>
            <pc:docMk/>
            <pc:sldMk cId="1248413619" sldId="262"/>
            <ac:spMk id="28" creationId="{D7669739-5350-5C5E-5E0A-37D01E52306E}"/>
          </ac:spMkLst>
        </pc:spChg>
        <pc:spChg chg="add del">
          <ac:chgData name="Marcelo Moraes Cardozo" userId="edc4260feab78faa" providerId="Windows Live" clId="Web-{766D3A66-7CC6-45B8-AEE0-777ABC9C96FE}" dt="2024-05-08T12:42:34.617" v="1570"/>
          <ac:spMkLst>
            <pc:docMk/>
            <pc:sldMk cId="1248413619" sldId="262"/>
            <ac:spMk id="35" creationId="{1FD0F0B6-5415-4254-9E66-BE9C2FB05B27}"/>
          </ac:spMkLst>
        </pc:spChg>
        <pc:spChg chg="add del">
          <ac:chgData name="Marcelo Moraes Cardozo" userId="edc4260feab78faa" providerId="Windows Live" clId="Web-{766D3A66-7CC6-45B8-AEE0-777ABC9C96FE}" dt="2024-05-08T12:42:37.039" v="1572"/>
          <ac:spMkLst>
            <pc:docMk/>
            <pc:sldMk cId="1248413619" sldId="262"/>
            <ac:spMk id="46" creationId="{D26BC87E-DCC8-4E66-972D-A587756DF30A}"/>
          </ac:spMkLst>
        </pc:spChg>
        <pc:spChg chg="add del">
          <ac:chgData name="Marcelo Moraes Cardozo" userId="edc4260feab78faa" providerId="Windows Live" clId="Web-{766D3A66-7CC6-45B8-AEE0-777ABC9C96FE}" dt="2024-05-08T12:42:39.632" v="1574"/>
          <ac:spMkLst>
            <pc:docMk/>
            <pc:sldMk cId="1248413619" sldId="262"/>
            <ac:spMk id="54" creationId="{1FD0F0B6-5415-4254-9E66-BE9C2FB05B27}"/>
          </ac:spMkLst>
        </pc:spChg>
        <pc:spChg chg="add">
          <ac:chgData name="Marcelo Moraes Cardozo" userId="edc4260feab78faa" providerId="Windows Live" clId="Web-{766D3A66-7CC6-45B8-AEE0-777ABC9C96FE}" dt="2024-05-08T12:42:39.648" v="1575"/>
          <ac:spMkLst>
            <pc:docMk/>
            <pc:sldMk cId="1248413619" sldId="262"/>
            <ac:spMk id="59" creationId="{5D28D120-1389-4B3F-BECB-0949DCCAC752}"/>
          </ac:spMkLst>
        </pc:spChg>
        <pc:picChg chg="add mod ord">
          <ac:chgData name="Marcelo Moraes Cardozo" userId="edc4260feab78faa" providerId="Windows Live" clId="Web-{766D3A66-7CC6-45B8-AEE0-777ABC9C96FE}" dt="2024-05-08T12:42:48.648" v="1577" actId="14100"/>
          <ac:picMkLst>
            <pc:docMk/>
            <pc:sldMk cId="1248413619" sldId="262"/>
            <ac:picMk id="4" creationId="{225A24B5-15B7-8C05-C854-CA1E58EE644A}"/>
          </ac:picMkLst>
        </pc:picChg>
        <pc:cxnChg chg="add del">
          <ac:chgData name="Marcelo Moraes Cardozo" userId="edc4260feab78faa" providerId="Windows Live" clId="Web-{766D3A66-7CC6-45B8-AEE0-777ABC9C96FE}" dt="2024-05-08T12:42:39.648" v="1575"/>
          <ac:cxnSpMkLst>
            <pc:docMk/>
            <pc:sldMk cId="1248413619" sldId="262"/>
            <ac:cxnSpMk id="9" creationId="{A240FCEE-B6E2-46D0-9BB0-F45F79545E9D}"/>
          </ac:cxnSpMkLst>
        </pc:cxnChg>
        <pc:cxnChg chg="add del">
          <ac:chgData name="Marcelo Moraes Cardozo" userId="edc4260feab78faa" providerId="Windows Live" clId="Web-{766D3A66-7CC6-45B8-AEE0-777ABC9C96FE}" dt="2024-05-08T12:42:19.554" v="1566"/>
          <ac:cxnSpMkLst>
            <pc:docMk/>
            <pc:sldMk cId="1248413619" sldId="262"/>
            <ac:cxnSpMk id="13" creationId="{56BAADB1-054E-4A82-8D07-643BD1F433EF}"/>
          </ac:cxnSpMkLst>
        </pc:cxnChg>
        <pc:cxnChg chg="add del">
          <ac:chgData name="Marcelo Moraes Cardozo" userId="edc4260feab78faa" providerId="Windows Live" clId="Web-{766D3A66-7CC6-45B8-AEE0-777ABC9C96FE}" dt="2024-05-08T12:42:19.554" v="1566"/>
          <ac:cxnSpMkLst>
            <pc:docMk/>
            <pc:sldMk cId="1248413619" sldId="262"/>
            <ac:cxnSpMk id="15" creationId="{B3121654-FB13-441C-AB60-76710D9170C9}"/>
          </ac:cxnSpMkLst>
        </pc:cxnChg>
        <pc:cxnChg chg="add del">
          <ac:chgData name="Marcelo Moraes Cardozo" userId="edc4260feab78faa" providerId="Windows Live" clId="Web-{766D3A66-7CC6-45B8-AEE0-777ABC9C96FE}" dt="2024-05-08T12:42:19.554" v="1566"/>
          <ac:cxnSpMkLst>
            <pc:docMk/>
            <pc:sldMk cId="1248413619" sldId="262"/>
            <ac:cxnSpMk id="17" creationId="{C58D2D3E-B980-4D6F-BBFB-DF7A3A947292}"/>
          </ac:cxnSpMkLst>
        </pc:cxnChg>
        <pc:cxnChg chg="add del">
          <ac:chgData name="Marcelo Moraes Cardozo" userId="edc4260feab78faa" providerId="Windows Live" clId="Web-{766D3A66-7CC6-45B8-AEE0-777ABC9C96FE}" dt="2024-05-08T12:42:39.648" v="1575"/>
          <ac:cxnSpMkLst>
            <pc:docMk/>
            <pc:sldMk cId="1248413619" sldId="262"/>
            <ac:cxnSpMk id="19" creationId="{7A4B168A-A51F-4C91-A9E4-A2F203CB9DAA}"/>
          </ac:cxnSpMkLst>
        </pc:cxnChg>
        <pc:cxnChg chg="add del">
          <ac:chgData name="Marcelo Moraes Cardozo" userId="edc4260feab78faa" providerId="Windows Live" clId="Web-{766D3A66-7CC6-45B8-AEE0-777ABC9C96FE}" dt="2024-05-08T12:42:39.648" v="1575"/>
          <ac:cxnSpMkLst>
            <pc:docMk/>
            <pc:sldMk cId="1248413619" sldId="262"/>
            <ac:cxnSpMk id="20" creationId="{3BD2FB83-3783-4477-80B5-DA5BF10BAF57}"/>
          </ac:cxnSpMkLst>
        </pc:cxnChg>
        <pc:cxnChg chg="add del">
          <ac:chgData name="Marcelo Moraes Cardozo" userId="edc4260feab78faa" providerId="Windows Live" clId="Web-{766D3A66-7CC6-45B8-AEE0-777ABC9C96FE}" dt="2024-05-08T12:42:39.648" v="1575"/>
          <ac:cxnSpMkLst>
            <pc:docMk/>
            <pc:sldMk cId="1248413619" sldId="262"/>
            <ac:cxnSpMk id="21" creationId="{A5407E01-913B-484C-A03C-2C64028471C8}"/>
          </ac:cxnSpMkLst>
        </pc:cxnChg>
        <pc:cxnChg chg="add del">
          <ac:chgData name="Marcelo Moraes Cardozo" userId="edc4260feab78faa" providerId="Windows Live" clId="Web-{766D3A66-7CC6-45B8-AEE0-777ABC9C96FE}" dt="2024-05-08T12:42:39.648" v="1575"/>
          <ac:cxnSpMkLst>
            <pc:docMk/>
            <pc:sldMk cId="1248413619" sldId="262"/>
            <ac:cxnSpMk id="22" creationId="{E83EA203-71D5-49C0-9626-FFA8E46787B0}"/>
          </ac:cxnSpMkLst>
        </pc:cxnChg>
        <pc:cxnChg chg="add del">
          <ac:chgData name="Marcelo Moraes Cardozo" userId="edc4260feab78faa" providerId="Windows Live" clId="Web-{766D3A66-7CC6-45B8-AEE0-777ABC9C96FE}" dt="2024-05-08T12:42:39.648" v="1575"/>
          <ac:cxnSpMkLst>
            <pc:docMk/>
            <pc:sldMk cId="1248413619" sldId="262"/>
            <ac:cxnSpMk id="24" creationId="{8D66FEA8-8B71-461B-95A4-855374AB4C28}"/>
          </ac:cxnSpMkLst>
        </pc:cxnChg>
        <pc:cxnChg chg="add del">
          <ac:chgData name="Marcelo Moraes Cardozo" userId="edc4260feab78faa" providerId="Windows Live" clId="Web-{766D3A66-7CC6-45B8-AEE0-777ABC9C96FE}" dt="2024-05-08T12:42:34.617" v="1570"/>
          <ac:cxnSpMkLst>
            <pc:docMk/>
            <pc:sldMk cId="1248413619" sldId="262"/>
            <ac:cxnSpMk id="29" creationId="{A240FCEE-B6E2-46D0-9BB0-F45F79545E9D}"/>
          </ac:cxnSpMkLst>
        </pc:cxnChg>
        <pc:cxnChg chg="add del">
          <ac:chgData name="Marcelo Moraes Cardozo" userId="edc4260feab78faa" providerId="Windows Live" clId="Web-{766D3A66-7CC6-45B8-AEE0-777ABC9C96FE}" dt="2024-05-08T12:42:34.617" v="1570"/>
          <ac:cxnSpMkLst>
            <pc:docMk/>
            <pc:sldMk cId="1248413619" sldId="262"/>
            <ac:cxnSpMk id="31" creationId="{3BD2FB83-3783-4477-80B5-DA5BF10BAF57}"/>
          </ac:cxnSpMkLst>
        </pc:cxnChg>
        <pc:cxnChg chg="add del">
          <ac:chgData name="Marcelo Moraes Cardozo" userId="edc4260feab78faa" providerId="Windows Live" clId="Web-{766D3A66-7CC6-45B8-AEE0-777ABC9C96FE}" dt="2024-05-08T12:42:34.617" v="1570"/>
          <ac:cxnSpMkLst>
            <pc:docMk/>
            <pc:sldMk cId="1248413619" sldId="262"/>
            <ac:cxnSpMk id="33" creationId="{E83EA203-71D5-49C0-9626-FFA8E46787B0}"/>
          </ac:cxnSpMkLst>
        </pc:cxnChg>
        <pc:cxnChg chg="add del">
          <ac:chgData name="Marcelo Moraes Cardozo" userId="edc4260feab78faa" providerId="Windows Live" clId="Web-{766D3A66-7CC6-45B8-AEE0-777ABC9C96FE}" dt="2024-05-08T12:42:34.617" v="1570"/>
          <ac:cxnSpMkLst>
            <pc:docMk/>
            <pc:sldMk cId="1248413619" sldId="262"/>
            <ac:cxnSpMk id="37" creationId="{8D66FEA8-8B71-461B-95A4-855374AB4C28}"/>
          </ac:cxnSpMkLst>
        </pc:cxnChg>
        <pc:cxnChg chg="add del">
          <ac:chgData name="Marcelo Moraes Cardozo" userId="edc4260feab78faa" providerId="Windows Live" clId="Web-{766D3A66-7CC6-45B8-AEE0-777ABC9C96FE}" dt="2024-05-08T12:42:34.617" v="1570"/>
          <ac:cxnSpMkLst>
            <pc:docMk/>
            <pc:sldMk cId="1248413619" sldId="262"/>
            <ac:cxnSpMk id="39" creationId="{7A4B168A-A51F-4C91-A9E4-A2F203CB9DAA}"/>
          </ac:cxnSpMkLst>
        </pc:cxnChg>
        <pc:cxnChg chg="add del">
          <ac:chgData name="Marcelo Moraes Cardozo" userId="edc4260feab78faa" providerId="Windows Live" clId="Web-{766D3A66-7CC6-45B8-AEE0-777ABC9C96FE}" dt="2024-05-08T12:42:34.617" v="1570"/>
          <ac:cxnSpMkLst>
            <pc:docMk/>
            <pc:sldMk cId="1248413619" sldId="262"/>
            <ac:cxnSpMk id="41" creationId="{A5407E01-913B-484C-A03C-2C64028471C8}"/>
          </ac:cxnSpMkLst>
        </pc:cxnChg>
        <pc:cxnChg chg="add del">
          <ac:chgData name="Marcelo Moraes Cardozo" userId="edc4260feab78faa" providerId="Windows Live" clId="Web-{766D3A66-7CC6-45B8-AEE0-777ABC9C96FE}" dt="2024-05-08T12:42:37.039" v="1572"/>
          <ac:cxnSpMkLst>
            <pc:docMk/>
            <pc:sldMk cId="1248413619" sldId="262"/>
            <ac:cxnSpMk id="43" creationId="{A240FCEE-B6E2-46D0-9BB0-F45F79545E9D}"/>
          </ac:cxnSpMkLst>
        </pc:cxnChg>
        <pc:cxnChg chg="add del">
          <ac:chgData name="Marcelo Moraes Cardozo" userId="edc4260feab78faa" providerId="Windows Live" clId="Web-{766D3A66-7CC6-45B8-AEE0-777ABC9C96FE}" dt="2024-05-08T12:42:37.039" v="1572"/>
          <ac:cxnSpMkLst>
            <pc:docMk/>
            <pc:sldMk cId="1248413619" sldId="262"/>
            <ac:cxnSpMk id="44" creationId="{3BD2FB83-3783-4477-80B5-DA5BF10BAF57}"/>
          </ac:cxnSpMkLst>
        </pc:cxnChg>
        <pc:cxnChg chg="add del">
          <ac:chgData name="Marcelo Moraes Cardozo" userId="edc4260feab78faa" providerId="Windows Live" clId="Web-{766D3A66-7CC6-45B8-AEE0-777ABC9C96FE}" dt="2024-05-08T12:42:37.039" v="1572"/>
          <ac:cxnSpMkLst>
            <pc:docMk/>
            <pc:sldMk cId="1248413619" sldId="262"/>
            <ac:cxnSpMk id="45" creationId="{E83EA203-71D5-49C0-9626-FFA8E46787B0}"/>
          </ac:cxnSpMkLst>
        </pc:cxnChg>
        <pc:cxnChg chg="add del">
          <ac:chgData name="Marcelo Moraes Cardozo" userId="edc4260feab78faa" providerId="Windows Live" clId="Web-{766D3A66-7CC6-45B8-AEE0-777ABC9C96FE}" dt="2024-05-08T12:42:37.039" v="1572"/>
          <ac:cxnSpMkLst>
            <pc:docMk/>
            <pc:sldMk cId="1248413619" sldId="262"/>
            <ac:cxnSpMk id="47" creationId="{8B45C962-0D68-4A01-9627-70DEBBC363C7}"/>
          </ac:cxnSpMkLst>
        </pc:cxnChg>
        <pc:cxnChg chg="add del">
          <ac:chgData name="Marcelo Moraes Cardozo" userId="edc4260feab78faa" providerId="Windows Live" clId="Web-{766D3A66-7CC6-45B8-AEE0-777ABC9C96FE}" dt="2024-05-08T12:42:37.039" v="1572"/>
          <ac:cxnSpMkLst>
            <pc:docMk/>
            <pc:sldMk cId="1248413619" sldId="262"/>
            <ac:cxnSpMk id="48" creationId="{F1D89FBF-493B-4E7D-B511-7E40674F6323}"/>
          </ac:cxnSpMkLst>
        </pc:cxnChg>
        <pc:cxnChg chg="add del">
          <ac:chgData name="Marcelo Moraes Cardozo" userId="edc4260feab78faa" providerId="Windows Live" clId="Web-{766D3A66-7CC6-45B8-AEE0-777ABC9C96FE}" dt="2024-05-08T12:42:37.039" v="1572"/>
          <ac:cxnSpMkLst>
            <pc:docMk/>
            <pc:sldMk cId="1248413619" sldId="262"/>
            <ac:cxnSpMk id="49" creationId="{4BCC744E-5590-4542-B37F-B764470BF05E}"/>
          </ac:cxnSpMkLst>
        </pc:cxnChg>
        <pc:cxnChg chg="add del">
          <ac:chgData name="Marcelo Moraes Cardozo" userId="edc4260feab78faa" providerId="Windows Live" clId="Web-{766D3A66-7CC6-45B8-AEE0-777ABC9C96FE}" dt="2024-05-08T12:42:39.632" v="1574"/>
          <ac:cxnSpMkLst>
            <pc:docMk/>
            <pc:sldMk cId="1248413619" sldId="262"/>
            <ac:cxnSpMk id="51" creationId="{A240FCEE-B6E2-46D0-9BB0-F45F79545E9D}"/>
          </ac:cxnSpMkLst>
        </pc:cxnChg>
        <pc:cxnChg chg="add del">
          <ac:chgData name="Marcelo Moraes Cardozo" userId="edc4260feab78faa" providerId="Windows Live" clId="Web-{766D3A66-7CC6-45B8-AEE0-777ABC9C96FE}" dt="2024-05-08T12:42:39.632" v="1574"/>
          <ac:cxnSpMkLst>
            <pc:docMk/>
            <pc:sldMk cId="1248413619" sldId="262"/>
            <ac:cxnSpMk id="52" creationId="{3BD2FB83-3783-4477-80B5-DA5BF10BAF57}"/>
          </ac:cxnSpMkLst>
        </pc:cxnChg>
        <pc:cxnChg chg="add del">
          <ac:chgData name="Marcelo Moraes Cardozo" userId="edc4260feab78faa" providerId="Windows Live" clId="Web-{766D3A66-7CC6-45B8-AEE0-777ABC9C96FE}" dt="2024-05-08T12:42:39.632" v="1574"/>
          <ac:cxnSpMkLst>
            <pc:docMk/>
            <pc:sldMk cId="1248413619" sldId="262"/>
            <ac:cxnSpMk id="53" creationId="{E83EA203-71D5-49C0-9626-FFA8E46787B0}"/>
          </ac:cxnSpMkLst>
        </pc:cxnChg>
        <pc:cxnChg chg="add del">
          <ac:chgData name="Marcelo Moraes Cardozo" userId="edc4260feab78faa" providerId="Windows Live" clId="Web-{766D3A66-7CC6-45B8-AEE0-777ABC9C96FE}" dt="2024-05-08T12:42:39.632" v="1574"/>
          <ac:cxnSpMkLst>
            <pc:docMk/>
            <pc:sldMk cId="1248413619" sldId="262"/>
            <ac:cxnSpMk id="55" creationId="{8D66FEA8-8B71-461B-95A4-855374AB4C28}"/>
          </ac:cxnSpMkLst>
        </pc:cxnChg>
        <pc:cxnChg chg="add del">
          <ac:chgData name="Marcelo Moraes Cardozo" userId="edc4260feab78faa" providerId="Windows Live" clId="Web-{766D3A66-7CC6-45B8-AEE0-777ABC9C96FE}" dt="2024-05-08T12:42:39.632" v="1574"/>
          <ac:cxnSpMkLst>
            <pc:docMk/>
            <pc:sldMk cId="1248413619" sldId="262"/>
            <ac:cxnSpMk id="56" creationId="{7A4B168A-A51F-4C91-A9E4-A2F203CB9DAA}"/>
          </ac:cxnSpMkLst>
        </pc:cxnChg>
        <pc:cxnChg chg="add del">
          <ac:chgData name="Marcelo Moraes Cardozo" userId="edc4260feab78faa" providerId="Windows Live" clId="Web-{766D3A66-7CC6-45B8-AEE0-777ABC9C96FE}" dt="2024-05-08T12:42:39.632" v="1574"/>
          <ac:cxnSpMkLst>
            <pc:docMk/>
            <pc:sldMk cId="1248413619" sldId="262"/>
            <ac:cxnSpMk id="57" creationId="{A5407E01-913B-484C-A03C-2C64028471C8}"/>
          </ac:cxnSpMkLst>
        </pc:cxnChg>
        <pc:cxnChg chg="add">
          <ac:chgData name="Marcelo Moraes Cardozo" userId="edc4260feab78faa" providerId="Windows Live" clId="Web-{766D3A66-7CC6-45B8-AEE0-777ABC9C96FE}" dt="2024-05-08T12:42:39.648" v="1575"/>
          <ac:cxnSpMkLst>
            <pc:docMk/>
            <pc:sldMk cId="1248413619" sldId="262"/>
            <ac:cxnSpMk id="60" creationId="{D927055D-9ECF-487E-91DD-FFA84AB92DB8}"/>
          </ac:cxnSpMkLst>
        </pc:cxnChg>
        <pc:cxnChg chg="add">
          <ac:chgData name="Marcelo Moraes Cardozo" userId="edc4260feab78faa" providerId="Windows Live" clId="Web-{766D3A66-7CC6-45B8-AEE0-777ABC9C96FE}" dt="2024-05-08T12:42:39.648" v="1575"/>
          <ac:cxnSpMkLst>
            <pc:docMk/>
            <pc:sldMk cId="1248413619" sldId="262"/>
            <ac:cxnSpMk id="61" creationId="{F0DC1883-8AF7-483D-9074-3C6D8AF57596}"/>
          </ac:cxnSpMkLst>
        </pc:cxnChg>
        <pc:cxnChg chg="add">
          <ac:chgData name="Marcelo Moraes Cardozo" userId="edc4260feab78faa" providerId="Windows Live" clId="Web-{766D3A66-7CC6-45B8-AEE0-777ABC9C96FE}" dt="2024-05-08T12:42:39.648" v="1575"/>
          <ac:cxnSpMkLst>
            <pc:docMk/>
            <pc:sldMk cId="1248413619" sldId="262"/>
            <ac:cxnSpMk id="62" creationId="{17177399-812F-4E04-83D0-5270FD0FE9EA}"/>
          </ac:cxnSpMkLst>
        </pc:cxnChg>
      </pc:sldChg>
      <pc:sldChg chg="addSp delSp modSp new mod ord modClrScheme chgLayout">
        <pc:chgData name="Marcelo Moraes Cardozo" userId="edc4260feab78faa" providerId="Windows Live" clId="Web-{766D3A66-7CC6-45B8-AEE0-777ABC9C96FE}" dt="2024-05-08T13:22:09.301" v="1731" actId="1076"/>
        <pc:sldMkLst>
          <pc:docMk/>
          <pc:sldMk cId="2923535756" sldId="263"/>
        </pc:sldMkLst>
        <pc:spChg chg="mod ord">
          <ac:chgData name="Marcelo Moraes Cardozo" userId="edc4260feab78faa" providerId="Windows Live" clId="Web-{766D3A66-7CC6-45B8-AEE0-777ABC9C96FE}" dt="2024-05-08T12:46:34.054" v="1614" actId="1076"/>
          <ac:spMkLst>
            <pc:docMk/>
            <pc:sldMk cId="2923535756" sldId="263"/>
            <ac:spMk id="2" creationId="{C59DC3FC-9C00-984B-3C89-BFA8E51F92E6}"/>
          </ac:spMkLst>
        </pc:spChg>
        <pc:spChg chg="del">
          <ac:chgData name="Marcelo Moraes Cardozo" userId="edc4260feab78faa" providerId="Windows Live" clId="Web-{766D3A66-7CC6-45B8-AEE0-777ABC9C96FE}" dt="2024-05-08T12:43:51.429" v="1579"/>
          <ac:spMkLst>
            <pc:docMk/>
            <pc:sldMk cId="2923535756" sldId="263"/>
            <ac:spMk id="3" creationId="{1D5CD79E-8B66-9C1B-F612-E4A84FBCA1FA}"/>
          </ac:spMkLst>
        </pc:spChg>
        <pc:picChg chg="add del mod">
          <ac:chgData name="Marcelo Moraes Cardozo" userId="edc4260feab78faa" providerId="Windows Live" clId="Web-{766D3A66-7CC6-45B8-AEE0-777ABC9C96FE}" dt="2024-05-08T13:21:23.614" v="1726"/>
          <ac:picMkLst>
            <pc:docMk/>
            <pc:sldMk cId="2923535756" sldId="263"/>
            <ac:picMk id="3" creationId="{FDD5938B-A16B-AFB8-4F46-89B44763A0CA}"/>
          </ac:picMkLst>
        </pc:picChg>
        <pc:picChg chg="add del mod">
          <ac:chgData name="Marcelo Moraes Cardozo" userId="edc4260feab78faa" providerId="Windows Live" clId="Web-{766D3A66-7CC6-45B8-AEE0-777ABC9C96FE}" dt="2024-05-08T12:54:25.756" v="1615"/>
          <ac:picMkLst>
            <pc:docMk/>
            <pc:sldMk cId="2923535756" sldId="263"/>
            <ac:picMk id="4" creationId="{0B1BCEDB-A8FB-6B1A-F401-5250250B5D23}"/>
          </ac:picMkLst>
        </pc:picChg>
        <pc:picChg chg="add mod">
          <ac:chgData name="Marcelo Moraes Cardozo" userId="edc4260feab78faa" providerId="Windows Live" clId="Web-{766D3A66-7CC6-45B8-AEE0-777ABC9C96FE}" dt="2024-05-08T13:22:09.301" v="1731" actId="1076"/>
          <ac:picMkLst>
            <pc:docMk/>
            <pc:sldMk cId="2923535756" sldId="263"/>
            <ac:picMk id="5" creationId="{B83863DD-39DE-74F3-6BDF-39308C0E39D9}"/>
          </ac:picMkLst>
        </pc:picChg>
      </pc:sldChg>
      <pc:sldChg chg="addSp delSp modSp new">
        <pc:chgData name="Marcelo Moraes Cardozo" userId="edc4260feab78faa" providerId="Windows Live" clId="Web-{766D3A66-7CC6-45B8-AEE0-777ABC9C96FE}" dt="2024-05-08T23:15:10.419" v="7691" actId="20577"/>
        <pc:sldMkLst>
          <pc:docMk/>
          <pc:sldMk cId="2406027398" sldId="264"/>
        </pc:sldMkLst>
        <pc:spChg chg="mod">
          <ac:chgData name="Marcelo Moraes Cardozo" userId="edc4260feab78faa" providerId="Windows Live" clId="Web-{766D3A66-7CC6-45B8-AEE0-777ABC9C96FE}" dt="2024-05-08T23:15:10.419" v="7691" actId="20577"/>
          <ac:spMkLst>
            <pc:docMk/>
            <pc:sldMk cId="2406027398" sldId="264"/>
            <ac:spMk id="2" creationId="{B3CCAD3D-C54D-C828-9D92-8A037A356489}"/>
          </ac:spMkLst>
        </pc:spChg>
        <pc:picChg chg="add del mod">
          <ac:chgData name="Marcelo Moraes Cardozo" userId="edc4260feab78faa" providerId="Windows Live" clId="Web-{766D3A66-7CC6-45B8-AEE0-777ABC9C96FE}" dt="2024-05-08T13:04:19.411" v="1634"/>
          <ac:picMkLst>
            <pc:docMk/>
            <pc:sldMk cId="2406027398" sldId="264"/>
            <ac:picMk id="3" creationId="{84619A40-74E4-7B63-C770-39BB5E9CD168}"/>
          </ac:picMkLst>
        </pc:picChg>
        <pc:picChg chg="add mod">
          <ac:chgData name="Marcelo Moraes Cardozo" userId="edc4260feab78faa" providerId="Windows Live" clId="Web-{766D3A66-7CC6-45B8-AEE0-777ABC9C96FE}" dt="2024-05-08T14:10:25.050" v="2801" actId="1076"/>
          <ac:picMkLst>
            <pc:docMk/>
            <pc:sldMk cId="2406027398" sldId="264"/>
            <ac:picMk id="4" creationId="{3A349293-9A70-683C-1F7A-D87BE6507649}"/>
          </ac:picMkLst>
        </pc:picChg>
      </pc:sldChg>
      <pc:sldChg chg="modSp new">
        <pc:chgData name="Marcelo Moraes Cardozo" userId="edc4260feab78faa" providerId="Windows Live" clId="Web-{766D3A66-7CC6-45B8-AEE0-777ABC9C96FE}" dt="2024-05-08T23:18:40.184" v="7714"/>
        <pc:sldMkLst>
          <pc:docMk/>
          <pc:sldMk cId="3485567655" sldId="265"/>
        </pc:sldMkLst>
        <pc:spChg chg="mod">
          <ac:chgData name="Marcelo Moraes Cardozo" userId="edc4260feab78faa" providerId="Windows Live" clId="Web-{766D3A66-7CC6-45B8-AEE0-777ABC9C96FE}" dt="2024-05-08T13:24:40.707" v="1752" actId="20577"/>
          <ac:spMkLst>
            <pc:docMk/>
            <pc:sldMk cId="3485567655" sldId="265"/>
            <ac:spMk id="2" creationId="{53F87653-AD7A-9755-6C0F-34A81057541D}"/>
          </ac:spMkLst>
        </pc:spChg>
        <pc:spChg chg="mod">
          <ac:chgData name="Marcelo Moraes Cardozo" userId="edc4260feab78faa" providerId="Windows Live" clId="Web-{766D3A66-7CC6-45B8-AEE0-777ABC9C96FE}" dt="2024-05-08T23:18:40.184" v="7714"/>
          <ac:spMkLst>
            <pc:docMk/>
            <pc:sldMk cId="3485567655" sldId="265"/>
            <ac:spMk id="3" creationId="{AC709758-0618-3496-91D3-0DF0E4F97646}"/>
          </ac:spMkLst>
        </pc:spChg>
      </pc:sldChg>
      <pc:sldChg chg="addSp modSp new">
        <pc:chgData name="Marcelo Moraes Cardozo" userId="edc4260feab78faa" providerId="Windows Live" clId="Web-{766D3A66-7CC6-45B8-AEE0-777ABC9C96FE}" dt="2024-05-08T17:17:22.891" v="3883" actId="1076"/>
        <pc:sldMkLst>
          <pc:docMk/>
          <pc:sldMk cId="1674646094" sldId="266"/>
        </pc:sldMkLst>
        <pc:spChg chg="mod">
          <ac:chgData name="Marcelo Moraes Cardozo" userId="edc4260feab78faa" providerId="Windows Live" clId="Web-{766D3A66-7CC6-45B8-AEE0-777ABC9C96FE}" dt="2024-05-08T17:16:49.499" v="3878" actId="20577"/>
          <ac:spMkLst>
            <pc:docMk/>
            <pc:sldMk cId="1674646094" sldId="266"/>
            <ac:spMk id="2" creationId="{CA22853D-1995-C3D2-8834-4EC93032EE62}"/>
          </ac:spMkLst>
        </pc:spChg>
        <pc:picChg chg="add mod">
          <ac:chgData name="Marcelo Moraes Cardozo" userId="edc4260feab78faa" providerId="Windows Live" clId="Web-{766D3A66-7CC6-45B8-AEE0-777ABC9C96FE}" dt="2024-05-08T17:17:22.891" v="3883" actId="1076"/>
          <ac:picMkLst>
            <pc:docMk/>
            <pc:sldMk cId="1674646094" sldId="266"/>
            <ac:picMk id="3" creationId="{7E3BD57A-5BC9-D01B-FF67-F1A5081CA78A}"/>
          </ac:picMkLst>
        </pc:picChg>
      </pc:sldChg>
      <pc:sldChg chg="modSp new">
        <pc:chgData name="Marcelo Moraes Cardozo" userId="edc4260feab78faa" providerId="Windows Live" clId="Web-{766D3A66-7CC6-45B8-AEE0-777ABC9C96FE}" dt="2024-05-08T23:19:33.606" v="7717"/>
        <pc:sldMkLst>
          <pc:docMk/>
          <pc:sldMk cId="4248002410" sldId="267"/>
        </pc:sldMkLst>
        <pc:spChg chg="mod">
          <ac:chgData name="Marcelo Moraes Cardozo" userId="edc4260feab78faa" providerId="Windows Live" clId="Web-{766D3A66-7CC6-45B8-AEE0-777ABC9C96FE}" dt="2024-05-08T13:31:35.738" v="2023" actId="20577"/>
          <ac:spMkLst>
            <pc:docMk/>
            <pc:sldMk cId="4248002410" sldId="267"/>
            <ac:spMk id="2" creationId="{3EF07CEB-0BF0-BFED-F997-1038CAAA0508}"/>
          </ac:spMkLst>
        </pc:spChg>
        <pc:spChg chg="mod">
          <ac:chgData name="Marcelo Moraes Cardozo" userId="edc4260feab78faa" providerId="Windows Live" clId="Web-{766D3A66-7CC6-45B8-AEE0-777ABC9C96FE}" dt="2024-05-08T23:19:33.606" v="7717"/>
          <ac:spMkLst>
            <pc:docMk/>
            <pc:sldMk cId="4248002410" sldId="267"/>
            <ac:spMk id="3" creationId="{2ACF69AA-BB04-7458-98E1-8573C9300F26}"/>
          </ac:spMkLst>
        </pc:spChg>
      </pc:sldChg>
      <pc:sldChg chg="modSp new">
        <pc:chgData name="Marcelo Moraes Cardozo" userId="edc4260feab78faa" providerId="Windows Live" clId="Web-{766D3A66-7CC6-45B8-AEE0-777ABC9C96FE}" dt="2024-05-08T23:19:48.777" v="7721" actId="14100"/>
        <pc:sldMkLst>
          <pc:docMk/>
          <pc:sldMk cId="2182436991" sldId="268"/>
        </pc:sldMkLst>
        <pc:spChg chg="mod">
          <ac:chgData name="Marcelo Moraes Cardozo" userId="edc4260feab78faa" providerId="Windows Live" clId="Web-{766D3A66-7CC6-45B8-AEE0-777ABC9C96FE}" dt="2024-05-08T13:44:34.863" v="2355" actId="20577"/>
          <ac:spMkLst>
            <pc:docMk/>
            <pc:sldMk cId="2182436991" sldId="268"/>
            <ac:spMk id="2" creationId="{970C59E5-D047-2FE8-927E-827BB195A9F5}"/>
          </ac:spMkLst>
        </pc:spChg>
        <pc:spChg chg="mod">
          <ac:chgData name="Marcelo Moraes Cardozo" userId="edc4260feab78faa" providerId="Windows Live" clId="Web-{766D3A66-7CC6-45B8-AEE0-777ABC9C96FE}" dt="2024-05-08T23:19:48.777" v="7721" actId="14100"/>
          <ac:spMkLst>
            <pc:docMk/>
            <pc:sldMk cId="2182436991" sldId="268"/>
            <ac:spMk id="3" creationId="{EFFFF77F-DECD-9C8C-C212-6F17AE500EEC}"/>
          </ac:spMkLst>
        </pc:spChg>
      </pc:sldChg>
      <pc:sldChg chg="modSp new">
        <pc:chgData name="Marcelo Moraes Cardozo" userId="edc4260feab78faa" providerId="Windows Live" clId="Web-{766D3A66-7CC6-45B8-AEE0-777ABC9C96FE}" dt="2024-05-08T23:20:09.512" v="7722"/>
        <pc:sldMkLst>
          <pc:docMk/>
          <pc:sldMk cId="2742051357" sldId="269"/>
        </pc:sldMkLst>
        <pc:spChg chg="mod">
          <ac:chgData name="Marcelo Moraes Cardozo" userId="edc4260feab78faa" providerId="Windows Live" clId="Web-{766D3A66-7CC6-45B8-AEE0-777ABC9C96FE}" dt="2024-05-08T14:03:10.831" v="2740" actId="20577"/>
          <ac:spMkLst>
            <pc:docMk/>
            <pc:sldMk cId="2742051357" sldId="269"/>
            <ac:spMk id="2" creationId="{1E96D846-88E7-76DD-9F1F-CE180B279502}"/>
          </ac:spMkLst>
        </pc:spChg>
        <pc:spChg chg="mod">
          <ac:chgData name="Marcelo Moraes Cardozo" userId="edc4260feab78faa" providerId="Windows Live" clId="Web-{766D3A66-7CC6-45B8-AEE0-777ABC9C96FE}" dt="2024-05-08T23:20:09.512" v="7722"/>
          <ac:spMkLst>
            <pc:docMk/>
            <pc:sldMk cId="2742051357" sldId="269"/>
            <ac:spMk id="3" creationId="{324ED0F5-DC83-4E57-F093-5FDAC10EDC98}"/>
          </ac:spMkLst>
        </pc:spChg>
      </pc:sldChg>
      <pc:sldChg chg="addSp modSp new">
        <pc:chgData name="Marcelo Moraes Cardozo" userId="edc4260feab78faa" providerId="Windows Live" clId="Web-{766D3A66-7CC6-45B8-AEE0-777ABC9C96FE}" dt="2024-05-08T17:22:00.048" v="3909" actId="1076"/>
        <pc:sldMkLst>
          <pc:docMk/>
          <pc:sldMk cId="770147171" sldId="270"/>
        </pc:sldMkLst>
        <pc:spChg chg="mod">
          <ac:chgData name="Marcelo Moraes Cardozo" userId="edc4260feab78faa" providerId="Windows Live" clId="Web-{766D3A66-7CC6-45B8-AEE0-777ABC9C96FE}" dt="2024-05-08T17:19:37.352" v="3900" actId="20577"/>
          <ac:spMkLst>
            <pc:docMk/>
            <pc:sldMk cId="770147171" sldId="270"/>
            <ac:spMk id="2" creationId="{81CD2455-FA86-0405-B4FF-0A9D11A88F70}"/>
          </ac:spMkLst>
        </pc:spChg>
        <pc:picChg chg="add mod">
          <ac:chgData name="Marcelo Moraes Cardozo" userId="edc4260feab78faa" providerId="Windows Live" clId="Web-{766D3A66-7CC6-45B8-AEE0-777ABC9C96FE}" dt="2024-05-08T17:22:00.048" v="3909" actId="1076"/>
          <ac:picMkLst>
            <pc:docMk/>
            <pc:sldMk cId="770147171" sldId="270"/>
            <ac:picMk id="3" creationId="{F159890D-FFC0-334A-62E3-824C0A3447BF}"/>
          </ac:picMkLst>
        </pc:picChg>
      </pc:sldChg>
      <pc:sldChg chg="modSp new ord">
        <pc:chgData name="Marcelo Moraes Cardozo" userId="edc4260feab78faa" providerId="Windows Live" clId="Web-{766D3A66-7CC6-45B8-AEE0-777ABC9C96FE}" dt="2024-05-08T23:20:29.731" v="7726" actId="20577"/>
        <pc:sldMkLst>
          <pc:docMk/>
          <pc:sldMk cId="496282582" sldId="271"/>
        </pc:sldMkLst>
        <pc:spChg chg="mod">
          <ac:chgData name="Marcelo Moraes Cardozo" userId="edc4260feab78faa" providerId="Windows Live" clId="Web-{766D3A66-7CC6-45B8-AEE0-777ABC9C96FE}" dt="2024-05-08T14:16:59.643" v="2965" actId="20577"/>
          <ac:spMkLst>
            <pc:docMk/>
            <pc:sldMk cId="496282582" sldId="271"/>
            <ac:spMk id="2" creationId="{191C1459-8F23-639C-491B-5F0B06AFB777}"/>
          </ac:spMkLst>
        </pc:spChg>
        <pc:spChg chg="mod">
          <ac:chgData name="Marcelo Moraes Cardozo" userId="edc4260feab78faa" providerId="Windows Live" clId="Web-{766D3A66-7CC6-45B8-AEE0-777ABC9C96FE}" dt="2024-05-08T23:20:29.731" v="7726" actId="20577"/>
          <ac:spMkLst>
            <pc:docMk/>
            <pc:sldMk cId="496282582" sldId="271"/>
            <ac:spMk id="3" creationId="{14CABC53-2FD2-258D-25BD-C6F43442BAEA}"/>
          </ac:spMkLst>
        </pc:spChg>
      </pc:sldChg>
      <pc:sldChg chg="modSp new">
        <pc:chgData name="Marcelo Moraes Cardozo" userId="edc4260feab78faa" providerId="Windows Live" clId="Web-{766D3A66-7CC6-45B8-AEE0-777ABC9C96FE}" dt="2024-05-08T23:21:36.637" v="7729" actId="20577"/>
        <pc:sldMkLst>
          <pc:docMk/>
          <pc:sldMk cId="4264130733" sldId="272"/>
        </pc:sldMkLst>
        <pc:spChg chg="mod">
          <ac:chgData name="Marcelo Moraes Cardozo" userId="edc4260feab78faa" providerId="Windows Live" clId="Web-{766D3A66-7CC6-45B8-AEE0-777ABC9C96FE}" dt="2024-05-08T16:47:54.160" v="3236" actId="20577"/>
          <ac:spMkLst>
            <pc:docMk/>
            <pc:sldMk cId="4264130733" sldId="272"/>
            <ac:spMk id="2" creationId="{488C6AAC-5EA0-0EFE-D0CC-97AAB52069D0}"/>
          </ac:spMkLst>
        </pc:spChg>
        <pc:spChg chg="mod">
          <ac:chgData name="Marcelo Moraes Cardozo" userId="edc4260feab78faa" providerId="Windows Live" clId="Web-{766D3A66-7CC6-45B8-AEE0-777ABC9C96FE}" dt="2024-05-08T23:21:36.637" v="7729" actId="20577"/>
          <ac:spMkLst>
            <pc:docMk/>
            <pc:sldMk cId="4264130733" sldId="272"/>
            <ac:spMk id="3" creationId="{A42D6FC2-DAB9-ABBA-667E-D736B713072A}"/>
          </ac:spMkLst>
        </pc:spChg>
      </pc:sldChg>
      <pc:sldChg chg="modSp new">
        <pc:chgData name="Marcelo Moraes Cardozo" userId="edc4260feab78faa" providerId="Windows Live" clId="Web-{766D3A66-7CC6-45B8-AEE0-777ABC9C96FE}" dt="2024-05-08T23:22:48.168" v="7735" actId="20577"/>
        <pc:sldMkLst>
          <pc:docMk/>
          <pc:sldMk cId="2390021257" sldId="273"/>
        </pc:sldMkLst>
        <pc:spChg chg="mod">
          <ac:chgData name="Marcelo Moraes Cardozo" userId="edc4260feab78faa" providerId="Windows Live" clId="Web-{766D3A66-7CC6-45B8-AEE0-777ABC9C96FE}" dt="2024-05-08T16:54:28.497" v="3501" actId="20577"/>
          <ac:spMkLst>
            <pc:docMk/>
            <pc:sldMk cId="2390021257" sldId="273"/>
            <ac:spMk id="2" creationId="{5EC29FAF-E787-B258-2395-5E4AD6E9E88C}"/>
          </ac:spMkLst>
        </pc:spChg>
        <pc:spChg chg="mod">
          <ac:chgData name="Marcelo Moraes Cardozo" userId="edc4260feab78faa" providerId="Windows Live" clId="Web-{766D3A66-7CC6-45B8-AEE0-777ABC9C96FE}" dt="2024-05-08T23:22:48.168" v="7735" actId="20577"/>
          <ac:spMkLst>
            <pc:docMk/>
            <pc:sldMk cId="2390021257" sldId="273"/>
            <ac:spMk id="3" creationId="{0D3B7247-D846-2914-50AF-7EA4273BD8B6}"/>
          </ac:spMkLst>
        </pc:spChg>
      </pc:sldChg>
      <pc:sldChg chg="addSp delSp modSp new ord">
        <pc:chgData name="Marcelo Moraes Cardozo" userId="edc4260feab78faa" providerId="Windows Live" clId="Web-{766D3A66-7CC6-45B8-AEE0-777ABC9C96FE}" dt="2024-05-08T23:23:49.058" v="7743" actId="20577"/>
        <pc:sldMkLst>
          <pc:docMk/>
          <pc:sldMk cId="1012604102" sldId="274"/>
        </pc:sldMkLst>
        <pc:spChg chg="mod">
          <ac:chgData name="Marcelo Moraes Cardozo" userId="edc4260feab78faa" providerId="Windows Live" clId="Web-{766D3A66-7CC6-45B8-AEE0-777ABC9C96FE}" dt="2024-05-08T17:34:57.001" v="4228" actId="20577"/>
          <ac:spMkLst>
            <pc:docMk/>
            <pc:sldMk cId="1012604102" sldId="274"/>
            <ac:spMk id="2" creationId="{F5660FB3-A83A-C26A-E85E-CD080DF1D2AA}"/>
          </ac:spMkLst>
        </pc:spChg>
        <pc:spChg chg="add del mod">
          <ac:chgData name="Marcelo Moraes Cardozo" userId="edc4260feab78faa" providerId="Windows Live" clId="Web-{766D3A66-7CC6-45B8-AEE0-777ABC9C96FE}" dt="2024-05-08T23:23:49.058" v="7743" actId="20577"/>
          <ac:spMkLst>
            <pc:docMk/>
            <pc:sldMk cId="1012604102" sldId="274"/>
            <ac:spMk id="3" creationId="{E63CC254-CFEB-DF6E-71A3-466E7E9C36F3}"/>
          </ac:spMkLst>
        </pc:spChg>
        <pc:picChg chg="add del mod ord">
          <ac:chgData name="Marcelo Moraes Cardozo" userId="edc4260feab78faa" providerId="Windows Live" clId="Web-{766D3A66-7CC6-45B8-AEE0-777ABC9C96FE}" dt="2024-05-08T17:24:07.181" v="3942"/>
          <ac:picMkLst>
            <pc:docMk/>
            <pc:sldMk cId="1012604102" sldId="274"/>
            <ac:picMk id="4" creationId="{430D483B-E8E1-30E7-5325-CCB9E4EC30C3}"/>
          </ac:picMkLst>
        </pc:picChg>
      </pc:sldChg>
      <pc:sldChg chg="new del">
        <pc:chgData name="Marcelo Moraes Cardozo" userId="edc4260feab78faa" providerId="Windows Live" clId="Web-{766D3A66-7CC6-45B8-AEE0-777ABC9C96FE}" dt="2024-05-08T17:16:17.606" v="3845"/>
        <pc:sldMkLst>
          <pc:docMk/>
          <pc:sldMk cId="3099891807" sldId="274"/>
        </pc:sldMkLst>
      </pc:sldChg>
      <pc:sldChg chg="modSp new ord">
        <pc:chgData name="Marcelo Moraes Cardozo" userId="edc4260feab78faa" providerId="Windows Live" clId="Web-{766D3A66-7CC6-45B8-AEE0-777ABC9C96FE}" dt="2024-05-08T23:25:03.108" v="7744"/>
        <pc:sldMkLst>
          <pc:docMk/>
          <pc:sldMk cId="1062468346" sldId="275"/>
        </pc:sldMkLst>
        <pc:spChg chg="mod">
          <ac:chgData name="Marcelo Moraes Cardozo" userId="edc4260feab78faa" providerId="Windows Live" clId="Web-{766D3A66-7CC6-45B8-AEE0-777ABC9C96FE}" dt="2024-05-08T17:34:31.843" v="4204" actId="20577"/>
          <ac:spMkLst>
            <pc:docMk/>
            <pc:sldMk cId="1062468346" sldId="275"/>
            <ac:spMk id="2" creationId="{0B7A0F4B-56F3-0698-41C0-2C0B9D91B1BC}"/>
          </ac:spMkLst>
        </pc:spChg>
        <pc:spChg chg="mod">
          <ac:chgData name="Marcelo Moraes Cardozo" userId="edc4260feab78faa" providerId="Windows Live" clId="Web-{766D3A66-7CC6-45B8-AEE0-777ABC9C96FE}" dt="2024-05-08T23:25:03.108" v="7744"/>
          <ac:spMkLst>
            <pc:docMk/>
            <pc:sldMk cId="1062468346" sldId="275"/>
            <ac:spMk id="3" creationId="{0B410DA5-69FD-F0D3-11F8-3C91EA223765}"/>
          </ac:spMkLst>
        </pc:spChg>
      </pc:sldChg>
      <pc:sldChg chg="addSp modSp new">
        <pc:chgData name="Marcelo Moraes Cardozo" userId="edc4260feab78faa" providerId="Windows Live" clId="Web-{766D3A66-7CC6-45B8-AEE0-777ABC9C96FE}" dt="2024-05-08T17:23:47.836" v="3940" actId="14100"/>
        <pc:sldMkLst>
          <pc:docMk/>
          <pc:sldMk cId="579952279" sldId="276"/>
        </pc:sldMkLst>
        <pc:spChg chg="mod">
          <ac:chgData name="Marcelo Moraes Cardozo" userId="edc4260feab78faa" providerId="Windows Live" clId="Web-{766D3A66-7CC6-45B8-AEE0-777ABC9C96FE}" dt="2024-05-08T17:22:27.675" v="3934" actId="20577"/>
          <ac:spMkLst>
            <pc:docMk/>
            <pc:sldMk cId="579952279" sldId="276"/>
            <ac:spMk id="2" creationId="{25694173-44B6-547D-D5FD-7A521AAB8092}"/>
          </ac:spMkLst>
        </pc:spChg>
        <pc:picChg chg="add mod">
          <ac:chgData name="Marcelo Moraes Cardozo" userId="edc4260feab78faa" providerId="Windows Live" clId="Web-{766D3A66-7CC6-45B8-AEE0-777ABC9C96FE}" dt="2024-05-08T17:23:47.836" v="3940" actId="14100"/>
          <ac:picMkLst>
            <pc:docMk/>
            <pc:sldMk cId="579952279" sldId="276"/>
            <ac:picMk id="3" creationId="{7314E6AB-5830-0478-F7C2-3EC7B62989D9}"/>
          </ac:picMkLst>
        </pc:picChg>
      </pc:sldChg>
      <pc:sldChg chg="modSp new">
        <pc:chgData name="Marcelo Moraes Cardozo" userId="edc4260feab78faa" providerId="Windows Live" clId="Web-{766D3A66-7CC6-45B8-AEE0-777ABC9C96FE}" dt="2024-05-08T23:25:26.718" v="7749"/>
        <pc:sldMkLst>
          <pc:docMk/>
          <pc:sldMk cId="3735386232" sldId="277"/>
        </pc:sldMkLst>
        <pc:spChg chg="mod">
          <ac:chgData name="Marcelo Moraes Cardozo" userId="edc4260feab78faa" providerId="Windows Live" clId="Web-{766D3A66-7CC6-45B8-AEE0-777ABC9C96FE}" dt="2024-05-08T17:57:11.800" v="4739" actId="20577"/>
          <ac:spMkLst>
            <pc:docMk/>
            <pc:sldMk cId="3735386232" sldId="277"/>
            <ac:spMk id="2" creationId="{80F3CEE3-C848-1AB0-4EC2-3E84F4DADAA4}"/>
          </ac:spMkLst>
        </pc:spChg>
        <pc:spChg chg="mod">
          <ac:chgData name="Marcelo Moraes Cardozo" userId="edc4260feab78faa" providerId="Windows Live" clId="Web-{766D3A66-7CC6-45B8-AEE0-777ABC9C96FE}" dt="2024-05-08T23:25:26.718" v="7749"/>
          <ac:spMkLst>
            <pc:docMk/>
            <pc:sldMk cId="3735386232" sldId="277"/>
            <ac:spMk id="3" creationId="{20F21C58-631B-AD41-0606-0CC224A4A183}"/>
          </ac:spMkLst>
        </pc:spChg>
      </pc:sldChg>
      <pc:sldChg chg="addSp modSp new ord">
        <pc:chgData name="Marcelo Moraes Cardozo" userId="edc4260feab78faa" providerId="Windows Live" clId="Web-{766D3A66-7CC6-45B8-AEE0-777ABC9C96FE}" dt="2024-05-08T17:54:28.790" v="4737" actId="1076"/>
        <pc:sldMkLst>
          <pc:docMk/>
          <pc:sldMk cId="2980798593" sldId="278"/>
        </pc:sldMkLst>
        <pc:spChg chg="mod">
          <ac:chgData name="Marcelo Moraes Cardozo" userId="edc4260feab78faa" providerId="Windows Live" clId="Web-{766D3A66-7CC6-45B8-AEE0-777ABC9C96FE}" dt="2024-05-08T17:47:11.514" v="4732" actId="20577"/>
          <ac:spMkLst>
            <pc:docMk/>
            <pc:sldMk cId="2980798593" sldId="278"/>
            <ac:spMk id="2" creationId="{D88932B8-0154-21C4-BE33-9A7230676B2B}"/>
          </ac:spMkLst>
        </pc:spChg>
        <pc:picChg chg="add mod">
          <ac:chgData name="Marcelo Moraes Cardozo" userId="edc4260feab78faa" providerId="Windows Live" clId="Web-{766D3A66-7CC6-45B8-AEE0-777ABC9C96FE}" dt="2024-05-08T17:54:28.790" v="4737" actId="1076"/>
          <ac:picMkLst>
            <pc:docMk/>
            <pc:sldMk cId="2980798593" sldId="278"/>
            <ac:picMk id="3" creationId="{7F89144C-41B6-328F-0030-EB7BAC7906A3}"/>
          </ac:picMkLst>
        </pc:picChg>
      </pc:sldChg>
      <pc:sldChg chg="modSp new">
        <pc:chgData name="Marcelo Moraes Cardozo" userId="edc4260feab78faa" providerId="Windows Live" clId="Web-{766D3A66-7CC6-45B8-AEE0-777ABC9C96FE}" dt="2024-05-08T23:25:47.640" v="7751" actId="20577"/>
        <pc:sldMkLst>
          <pc:docMk/>
          <pc:sldMk cId="1338522211" sldId="279"/>
        </pc:sldMkLst>
        <pc:spChg chg="mod">
          <ac:chgData name="Marcelo Moraes Cardozo" userId="edc4260feab78faa" providerId="Windows Live" clId="Web-{766D3A66-7CC6-45B8-AEE0-777ABC9C96FE}" dt="2024-05-08T18:08:33.637" v="5004" actId="20577"/>
          <ac:spMkLst>
            <pc:docMk/>
            <pc:sldMk cId="1338522211" sldId="279"/>
            <ac:spMk id="2" creationId="{5B53F1B4-D703-B5FD-666C-FBC5FCE72627}"/>
          </ac:spMkLst>
        </pc:spChg>
        <pc:spChg chg="mod">
          <ac:chgData name="Marcelo Moraes Cardozo" userId="edc4260feab78faa" providerId="Windows Live" clId="Web-{766D3A66-7CC6-45B8-AEE0-777ABC9C96FE}" dt="2024-05-08T23:25:47.640" v="7751" actId="20577"/>
          <ac:spMkLst>
            <pc:docMk/>
            <pc:sldMk cId="1338522211" sldId="279"/>
            <ac:spMk id="3" creationId="{68DEF78D-AD23-A1D6-6FDF-38834F7C4C5F}"/>
          </ac:spMkLst>
        </pc:spChg>
      </pc:sldChg>
      <pc:sldChg chg="modSp new">
        <pc:chgData name="Marcelo Moraes Cardozo" userId="edc4260feab78faa" providerId="Windows Live" clId="Web-{766D3A66-7CC6-45B8-AEE0-777ABC9C96FE}" dt="2024-05-08T23:26:04.624" v="7755"/>
        <pc:sldMkLst>
          <pc:docMk/>
          <pc:sldMk cId="2365449216" sldId="280"/>
        </pc:sldMkLst>
        <pc:spChg chg="mod">
          <ac:chgData name="Marcelo Moraes Cardozo" userId="edc4260feab78faa" providerId="Windows Live" clId="Web-{766D3A66-7CC6-45B8-AEE0-777ABC9C96FE}" dt="2024-05-08T18:20:37.540" v="5362" actId="20577"/>
          <ac:spMkLst>
            <pc:docMk/>
            <pc:sldMk cId="2365449216" sldId="280"/>
            <ac:spMk id="2" creationId="{B343A2C2-9ABA-3152-E091-72CACCD7376C}"/>
          </ac:spMkLst>
        </pc:spChg>
        <pc:spChg chg="mod">
          <ac:chgData name="Marcelo Moraes Cardozo" userId="edc4260feab78faa" providerId="Windows Live" clId="Web-{766D3A66-7CC6-45B8-AEE0-777ABC9C96FE}" dt="2024-05-08T23:26:04.624" v="7755"/>
          <ac:spMkLst>
            <pc:docMk/>
            <pc:sldMk cId="2365449216" sldId="280"/>
            <ac:spMk id="3" creationId="{73255BA8-D584-AD9D-BD74-14ECC66B30E6}"/>
          </ac:spMkLst>
        </pc:spChg>
      </pc:sldChg>
      <pc:sldChg chg="modSp new">
        <pc:chgData name="Marcelo Moraes Cardozo" userId="edc4260feab78faa" providerId="Windows Live" clId="Web-{766D3A66-7CC6-45B8-AEE0-777ABC9C96FE}" dt="2024-05-08T23:32:10.247" v="7787" actId="20577"/>
        <pc:sldMkLst>
          <pc:docMk/>
          <pc:sldMk cId="2536491229" sldId="281"/>
        </pc:sldMkLst>
        <pc:spChg chg="mod">
          <ac:chgData name="Marcelo Moraes Cardozo" userId="edc4260feab78faa" providerId="Windows Live" clId="Web-{766D3A66-7CC6-45B8-AEE0-777ABC9C96FE}" dt="2024-05-08T18:27:47.972" v="5548" actId="20577"/>
          <ac:spMkLst>
            <pc:docMk/>
            <pc:sldMk cId="2536491229" sldId="281"/>
            <ac:spMk id="2" creationId="{4F82E613-450C-B4D6-4FC8-7B52E680FEFF}"/>
          </ac:spMkLst>
        </pc:spChg>
        <pc:spChg chg="mod">
          <ac:chgData name="Marcelo Moraes Cardozo" userId="edc4260feab78faa" providerId="Windows Live" clId="Web-{766D3A66-7CC6-45B8-AEE0-777ABC9C96FE}" dt="2024-05-08T23:32:10.247" v="7787" actId="20577"/>
          <ac:spMkLst>
            <pc:docMk/>
            <pc:sldMk cId="2536491229" sldId="281"/>
            <ac:spMk id="3" creationId="{FB25E1BC-7EE8-0226-2BCE-49273ED1036A}"/>
          </ac:spMkLst>
        </pc:spChg>
      </pc:sldChg>
      <pc:sldChg chg="modSp new">
        <pc:chgData name="Marcelo Moraes Cardozo" userId="edc4260feab78faa" providerId="Windows Live" clId="Web-{766D3A66-7CC6-45B8-AEE0-777ABC9C96FE}" dt="2024-05-08T23:29:03.342" v="7778" actId="1076"/>
        <pc:sldMkLst>
          <pc:docMk/>
          <pc:sldMk cId="1639715901" sldId="282"/>
        </pc:sldMkLst>
        <pc:spChg chg="mod">
          <ac:chgData name="Marcelo Moraes Cardozo" userId="edc4260feab78faa" providerId="Windows Live" clId="Web-{766D3A66-7CC6-45B8-AEE0-777ABC9C96FE}" dt="2024-05-08T18:35:35.688" v="6029" actId="20577"/>
          <ac:spMkLst>
            <pc:docMk/>
            <pc:sldMk cId="1639715901" sldId="282"/>
            <ac:spMk id="2" creationId="{1F5CA9E9-01C4-B697-5FC5-0116B46C068C}"/>
          </ac:spMkLst>
        </pc:spChg>
        <pc:spChg chg="mod">
          <ac:chgData name="Marcelo Moraes Cardozo" userId="edc4260feab78faa" providerId="Windows Live" clId="Web-{766D3A66-7CC6-45B8-AEE0-777ABC9C96FE}" dt="2024-05-08T23:29:03.342" v="7778" actId="1076"/>
          <ac:spMkLst>
            <pc:docMk/>
            <pc:sldMk cId="1639715901" sldId="282"/>
            <ac:spMk id="3" creationId="{9795353D-870B-8645-9D67-8E5792EDB627}"/>
          </ac:spMkLst>
        </pc:spChg>
      </pc:sldChg>
      <pc:sldChg chg="modSp new">
        <pc:chgData name="Marcelo Moraes Cardozo" userId="edc4260feab78faa" providerId="Windows Live" clId="Web-{766D3A66-7CC6-45B8-AEE0-777ABC9C96FE}" dt="2024-05-08T23:29:42.936" v="7783" actId="20577"/>
        <pc:sldMkLst>
          <pc:docMk/>
          <pc:sldMk cId="3918755470" sldId="283"/>
        </pc:sldMkLst>
        <pc:spChg chg="mod">
          <ac:chgData name="Marcelo Moraes Cardozo" userId="edc4260feab78faa" providerId="Windows Live" clId="Web-{766D3A66-7CC6-45B8-AEE0-777ABC9C96FE}" dt="2024-05-08T22:48:22.676" v="7096" actId="20577"/>
          <ac:spMkLst>
            <pc:docMk/>
            <pc:sldMk cId="3918755470" sldId="283"/>
            <ac:spMk id="2" creationId="{C692A789-D143-73D6-58D7-0606AA2DF789}"/>
          </ac:spMkLst>
        </pc:spChg>
        <pc:spChg chg="mod">
          <ac:chgData name="Marcelo Moraes Cardozo" userId="edc4260feab78faa" providerId="Windows Live" clId="Web-{766D3A66-7CC6-45B8-AEE0-777ABC9C96FE}" dt="2024-05-08T23:29:42.936" v="7783" actId="20577"/>
          <ac:spMkLst>
            <pc:docMk/>
            <pc:sldMk cId="3918755470" sldId="283"/>
            <ac:spMk id="3" creationId="{173ED999-55F9-B70F-6353-CB7B07A7E141}"/>
          </ac:spMkLst>
        </pc:spChg>
      </pc:sldChg>
      <pc:sldChg chg="modSp new del">
        <pc:chgData name="Marcelo Moraes Cardozo" userId="edc4260feab78faa" providerId="Windows Live" clId="Web-{766D3A66-7CC6-45B8-AEE0-777ABC9C96FE}" dt="2024-05-08T22:52:28.895" v="7137"/>
        <pc:sldMkLst>
          <pc:docMk/>
          <pc:sldMk cId="1027462219" sldId="284"/>
        </pc:sldMkLst>
        <pc:spChg chg="mod">
          <ac:chgData name="Marcelo Moraes Cardozo" userId="edc4260feab78faa" providerId="Windows Live" clId="Web-{766D3A66-7CC6-45B8-AEE0-777ABC9C96FE}" dt="2024-05-08T22:52:20.582" v="7134" actId="20577"/>
          <ac:spMkLst>
            <pc:docMk/>
            <pc:sldMk cId="1027462219" sldId="284"/>
            <ac:spMk id="2" creationId="{9894163C-C45D-10D4-0542-1F4DFA8D792C}"/>
          </ac:spMkLst>
        </pc:spChg>
      </pc:sldChg>
      <pc:sldChg chg="addSp modSp new ord">
        <pc:chgData name="Marcelo Moraes Cardozo" userId="edc4260feab78faa" providerId="Windows Live" clId="Web-{766D3A66-7CC6-45B8-AEE0-777ABC9C96FE}" dt="2024-05-08T23:20:16.684" v="7723"/>
        <pc:sldMkLst>
          <pc:docMk/>
          <pc:sldMk cId="272343331" sldId="285"/>
        </pc:sldMkLst>
        <pc:spChg chg="mod">
          <ac:chgData name="Marcelo Moraes Cardozo" userId="edc4260feab78faa" providerId="Windows Live" clId="Web-{766D3A66-7CC6-45B8-AEE0-777ABC9C96FE}" dt="2024-05-08T22:52:47.894" v="7142" actId="14100"/>
          <ac:spMkLst>
            <pc:docMk/>
            <pc:sldMk cId="272343331" sldId="285"/>
            <ac:spMk id="2" creationId="{66DA1173-FB36-D880-2A46-8E421243C868}"/>
          </ac:spMkLst>
        </pc:spChg>
        <pc:spChg chg="add mod">
          <ac:chgData name="Marcelo Moraes Cardozo" userId="edc4260feab78faa" providerId="Windows Live" clId="Web-{766D3A66-7CC6-45B8-AEE0-777ABC9C96FE}" dt="2024-05-08T23:20:16.684" v="7723"/>
          <ac:spMkLst>
            <pc:docMk/>
            <pc:sldMk cId="272343331" sldId="285"/>
            <ac:spMk id="4" creationId="{0281464E-F3A5-CFA2-CADF-A0C7778F975C}"/>
          </ac:spMkLst>
        </pc:spChg>
        <pc:picChg chg="add mod">
          <ac:chgData name="Marcelo Moraes Cardozo" userId="edc4260feab78faa" providerId="Windows Live" clId="Web-{766D3A66-7CC6-45B8-AEE0-777ABC9C96FE}" dt="2024-05-08T22:59:30.486" v="7385" actId="1076"/>
          <ac:picMkLst>
            <pc:docMk/>
            <pc:sldMk cId="272343331" sldId="285"/>
            <ac:picMk id="3" creationId="{88ECAE49-3DB3-C07F-C877-B0411A89C0FB}"/>
          </ac:picMkLst>
        </pc:picChg>
      </pc:sldChg>
      <pc:sldChg chg="modSp new del">
        <pc:chgData name="Marcelo Moraes Cardozo" userId="edc4260feab78faa" providerId="Windows Live" clId="Web-{766D3A66-7CC6-45B8-AEE0-777ABC9C96FE}" dt="2024-05-08T23:34:54.372" v="7788"/>
        <pc:sldMkLst>
          <pc:docMk/>
          <pc:sldMk cId="1866927496" sldId="286"/>
        </pc:sldMkLst>
        <pc:spChg chg="mod">
          <ac:chgData name="Marcelo Moraes Cardozo" userId="edc4260feab78faa" providerId="Windows Live" clId="Web-{766D3A66-7CC6-45B8-AEE0-777ABC9C96FE}" dt="2024-05-08T23:00:30.408" v="7405" actId="20577"/>
          <ac:spMkLst>
            <pc:docMk/>
            <pc:sldMk cId="1866927496" sldId="286"/>
            <ac:spMk id="2" creationId="{0BF6CD9D-E19E-49CD-BB32-ABE18100C2FD}"/>
          </ac:spMkLst>
        </pc:spChg>
        <pc:spChg chg="mod">
          <ac:chgData name="Marcelo Moraes Cardozo" userId="edc4260feab78faa" providerId="Windows Live" clId="Web-{766D3A66-7CC6-45B8-AEE0-777ABC9C96FE}" dt="2024-05-08T23:30:34.857" v="7785" actId="20577"/>
          <ac:spMkLst>
            <pc:docMk/>
            <pc:sldMk cId="1866927496" sldId="286"/>
            <ac:spMk id="3" creationId="{BFB561C7-54ED-DC07-2DEE-4FF261962F4D}"/>
          </ac:spMkLst>
        </pc:spChg>
      </pc:sldChg>
      <pc:sldChg chg="modSp new">
        <pc:chgData name="Marcelo Moraes Cardozo" userId="edc4260feab78faa" providerId="Windows Live" clId="Web-{766D3A66-7CC6-45B8-AEE0-777ABC9C96FE}" dt="2024-05-08T23:04:21.813" v="7672" actId="20577"/>
        <pc:sldMkLst>
          <pc:docMk/>
          <pc:sldMk cId="2082796464" sldId="287"/>
        </pc:sldMkLst>
        <pc:spChg chg="mod">
          <ac:chgData name="Marcelo Moraes Cardozo" userId="edc4260feab78faa" providerId="Windows Live" clId="Web-{766D3A66-7CC6-45B8-AEE0-777ABC9C96FE}" dt="2024-05-08T23:03:17.345" v="7626" actId="20577"/>
          <ac:spMkLst>
            <pc:docMk/>
            <pc:sldMk cId="2082796464" sldId="287"/>
            <ac:spMk id="2" creationId="{6A694EBF-10F5-2F2A-EA73-4670B8C4B05D}"/>
          </ac:spMkLst>
        </pc:spChg>
        <pc:spChg chg="mod">
          <ac:chgData name="Marcelo Moraes Cardozo" userId="edc4260feab78faa" providerId="Windows Live" clId="Web-{766D3A66-7CC6-45B8-AEE0-777ABC9C96FE}" dt="2024-05-08T23:04:21.813" v="7672" actId="20577"/>
          <ac:spMkLst>
            <pc:docMk/>
            <pc:sldMk cId="2082796464" sldId="287"/>
            <ac:spMk id="3" creationId="{8EF1D440-F066-C84F-A66F-CD8C5668B7C5}"/>
          </ac:spMkLst>
        </pc:spChg>
      </pc:sldChg>
      <pc:sldMasterChg chg="del delSldLayout">
        <pc:chgData name="Marcelo Moraes Cardozo" userId="edc4260feab78faa" providerId="Windows Live" clId="Web-{766D3A66-7CC6-45B8-AEE0-777ABC9C96FE}" dt="2024-05-08T11:27:58.823" v="0"/>
        <pc:sldMasterMkLst>
          <pc:docMk/>
          <pc:sldMasterMk cId="2675746937" sldId="2147483648"/>
        </pc:sldMasterMkLst>
        <pc:sldLayoutChg chg="del">
          <pc:chgData name="Marcelo Moraes Cardozo" userId="edc4260feab78faa" providerId="Windows Live" clId="Web-{766D3A66-7CC6-45B8-AEE0-777ABC9C96FE}" dt="2024-05-08T11:27:58.823" v="0"/>
          <pc:sldLayoutMkLst>
            <pc:docMk/>
            <pc:sldMasterMk cId="2675746937" sldId="2147483648"/>
            <pc:sldLayoutMk cId="877683876" sldId="2147483649"/>
          </pc:sldLayoutMkLst>
        </pc:sldLayoutChg>
        <pc:sldLayoutChg chg="del">
          <pc:chgData name="Marcelo Moraes Cardozo" userId="edc4260feab78faa" providerId="Windows Live" clId="Web-{766D3A66-7CC6-45B8-AEE0-777ABC9C96FE}" dt="2024-05-08T11:27:58.823" v="0"/>
          <pc:sldLayoutMkLst>
            <pc:docMk/>
            <pc:sldMasterMk cId="2675746937" sldId="2147483648"/>
            <pc:sldLayoutMk cId="314005268" sldId="2147483650"/>
          </pc:sldLayoutMkLst>
        </pc:sldLayoutChg>
        <pc:sldLayoutChg chg="del">
          <pc:chgData name="Marcelo Moraes Cardozo" userId="edc4260feab78faa" providerId="Windows Live" clId="Web-{766D3A66-7CC6-45B8-AEE0-777ABC9C96FE}" dt="2024-05-08T11:27:58.823" v="0"/>
          <pc:sldLayoutMkLst>
            <pc:docMk/>
            <pc:sldMasterMk cId="2675746937" sldId="2147483648"/>
            <pc:sldLayoutMk cId="3781375764" sldId="2147483651"/>
          </pc:sldLayoutMkLst>
        </pc:sldLayoutChg>
        <pc:sldLayoutChg chg="del">
          <pc:chgData name="Marcelo Moraes Cardozo" userId="edc4260feab78faa" providerId="Windows Live" clId="Web-{766D3A66-7CC6-45B8-AEE0-777ABC9C96FE}" dt="2024-05-08T11:27:58.823" v="0"/>
          <pc:sldLayoutMkLst>
            <pc:docMk/>
            <pc:sldMasterMk cId="2675746937" sldId="2147483648"/>
            <pc:sldLayoutMk cId="2124613824" sldId="2147483652"/>
          </pc:sldLayoutMkLst>
        </pc:sldLayoutChg>
        <pc:sldLayoutChg chg="del">
          <pc:chgData name="Marcelo Moraes Cardozo" userId="edc4260feab78faa" providerId="Windows Live" clId="Web-{766D3A66-7CC6-45B8-AEE0-777ABC9C96FE}" dt="2024-05-08T11:27:58.823" v="0"/>
          <pc:sldLayoutMkLst>
            <pc:docMk/>
            <pc:sldMasterMk cId="2675746937" sldId="2147483648"/>
            <pc:sldLayoutMk cId="3694421058" sldId="2147483653"/>
          </pc:sldLayoutMkLst>
        </pc:sldLayoutChg>
        <pc:sldLayoutChg chg="del">
          <pc:chgData name="Marcelo Moraes Cardozo" userId="edc4260feab78faa" providerId="Windows Live" clId="Web-{766D3A66-7CC6-45B8-AEE0-777ABC9C96FE}" dt="2024-05-08T11:27:58.823" v="0"/>
          <pc:sldLayoutMkLst>
            <pc:docMk/>
            <pc:sldMasterMk cId="2675746937" sldId="2147483648"/>
            <pc:sldLayoutMk cId="3108533492" sldId="2147483654"/>
          </pc:sldLayoutMkLst>
        </pc:sldLayoutChg>
        <pc:sldLayoutChg chg="del">
          <pc:chgData name="Marcelo Moraes Cardozo" userId="edc4260feab78faa" providerId="Windows Live" clId="Web-{766D3A66-7CC6-45B8-AEE0-777ABC9C96FE}" dt="2024-05-08T11:27:58.823" v="0"/>
          <pc:sldLayoutMkLst>
            <pc:docMk/>
            <pc:sldMasterMk cId="2675746937" sldId="2147483648"/>
            <pc:sldLayoutMk cId="578281579" sldId="2147483655"/>
          </pc:sldLayoutMkLst>
        </pc:sldLayoutChg>
        <pc:sldLayoutChg chg="del">
          <pc:chgData name="Marcelo Moraes Cardozo" userId="edc4260feab78faa" providerId="Windows Live" clId="Web-{766D3A66-7CC6-45B8-AEE0-777ABC9C96FE}" dt="2024-05-08T11:27:58.823" v="0"/>
          <pc:sldLayoutMkLst>
            <pc:docMk/>
            <pc:sldMasterMk cId="2675746937" sldId="2147483648"/>
            <pc:sldLayoutMk cId="2217836567" sldId="2147483656"/>
          </pc:sldLayoutMkLst>
        </pc:sldLayoutChg>
        <pc:sldLayoutChg chg="del">
          <pc:chgData name="Marcelo Moraes Cardozo" userId="edc4260feab78faa" providerId="Windows Live" clId="Web-{766D3A66-7CC6-45B8-AEE0-777ABC9C96FE}" dt="2024-05-08T11:27:58.823" v="0"/>
          <pc:sldLayoutMkLst>
            <pc:docMk/>
            <pc:sldMasterMk cId="2675746937" sldId="2147483648"/>
            <pc:sldLayoutMk cId="2245566346" sldId="2147483657"/>
          </pc:sldLayoutMkLst>
        </pc:sldLayoutChg>
        <pc:sldLayoutChg chg="del">
          <pc:chgData name="Marcelo Moraes Cardozo" userId="edc4260feab78faa" providerId="Windows Live" clId="Web-{766D3A66-7CC6-45B8-AEE0-777ABC9C96FE}" dt="2024-05-08T11:27:58.823" v="0"/>
          <pc:sldLayoutMkLst>
            <pc:docMk/>
            <pc:sldMasterMk cId="2675746937" sldId="2147483648"/>
            <pc:sldLayoutMk cId="746588027" sldId="2147483658"/>
          </pc:sldLayoutMkLst>
        </pc:sldLayoutChg>
        <pc:sldLayoutChg chg="del">
          <pc:chgData name="Marcelo Moraes Cardozo" userId="edc4260feab78faa" providerId="Windows Live" clId="Web-{766D3A66-7CC6-45B8-AEE0-777ABC9C96FE}" dt="2024-05-08T11:27:58.823" v="0"/>
          <pc:sldLayoutMkLst>
            <pc:docMk/>
            <pc:sldMasterMk cId="2675746937" sldId="2147483648"/>
            <pc:sldLayoutMk cId="1306397509" sldId="2147483659"/>
          </pc:sldLayoutMkLst>
        </pc:sldLayoutChg>
      </pc:sldMasterChg>
      <pc:sldMasterChg chg="add addSldLayout">
        <pc:chgData name="Marcelo Moraes Cardozo" userId="edc4260feab78faa" providerId="Windows Live" clId="Web-{766D3A66-7CC6-45B8-AEE0-777ABC9C96FE}" dt="2024-05-08T11:27:58.823" v="0"/>
        <pc:sldMasterMkLst>
          <pc:docMk/>
          <pc:sldMasterMk cId="1529662319" sldId="2147483699"/>
        </pc:sldMasterMkLst>
        <pc:sldLayoutChg chg="add">
          <pc:chgData name="Marcelo Moraes Cardozo" userId="edc4260feab78faa" providerId="Windows Live" clId="Web-{766D3A66-7CC6-45B8-AEE0-777ABC9C96FE}" dt="2024-05-08T11:27:58.823" v="0"/>
          <pc:sldLayoutMkLst>
            <pc:docMk/>
            <pc:sldMasterMk cId="1529662319" sldId="2147483699"/>
            <pc:sldLayoutMk cId="2373445377" sldId="2147483688"/>
          </pc:sldLayoutMkLst>
        </pc:sldLayoutChg>
        <pc:sldLayoutChg chg="add">
          <pc:chgData name="Marcelo Moraes Cardozo" userId="edc4260feab78faa" providerId="Windows Live" clId="Web-{766D3A66-7CC6-45B8-AEE0-777ABC9C96FE}" dt="2024-05-08T11:27:58.823" v="0"/>
          <pc:sldLayoutMkLst>
            <pc:docMk/>
            <pc:sldMasterMk cId="1529662319" sldId="2147483699"/>
            <pc:sldLayoutMk cId="1269634314" sldId="2147483689"/>
          </pc:sldLayoutMkLst>
        </pc:sldLayoutChg>
        <pc:sldLayoutChg chg="add">
          <pc:chgData name="Marcelo Moraes Cardozo" userId="edc4260feab78faa" providerId="Windows Live" clId="Web-{766D3A66-7CC6-45B8-AEE0-777ABC9C96FE}" dt="2024-05-08T11:27:58.823" v="0"/>
          <pc:sldLayoutMkLst>
            <pc:docMk/>
            <pc:sldMasterMk cId="1529662319" sldId="2147483699"/>
            <pc:sldLayoutMk cId="3939023814" sldId="2147483690"/>
          </pc:sldLayoutMkLst>
        </pc:sldLayoutChg>
        <pc:sldLayoutChg chg="add">
          <pc:chgData name="Marcelo Moraes Cardozo" userId="edc4260feab78faa" providerId="Windows Live" clId="Web-{766D3A66-7CC6-45B8-AEE0-777ABC9C96FE}" dt="2024-05-08T11:27:58.823" v="0"/>
          <pc:sldLayoutMkLst>
            <pc:docMk/>
            <pc:sldMasterMk cId="1529662319" sldId="2147483699"/>
            <pc:sldLayoutMk cId="2170052082" sldId="2147483691"/>
          </pc:sldLayoutMkLst>
        </pc:sldLayoutChg>
        <pc:sldLayoutChg chg="add">
          <pc:chgData name="Marcelo Moraes Cardozo" userId="edc4260feab78faa" providerId="Windows Live" clId="Web-{766D3A66-7CC6-45B8-AEE0-777ABC9C96FE}" dt="2024-05-08T11:27:58.823" v="0"/>
          <pc:sldLayoutMkLst>
            <pc:docMk/>
            <pc:sldMasterMk cId="1529662319" sldId="2147483699"/>
            <pc:sldLayoutMk cId="728659031" sldId="2147483692"/>
          </pc:sldLayoutMkLst>
        </pc:sldLayoutChg>
        <pc:sldLayoutChg chg="add">
          <pc:chgData name="Marcelo Moraes Cardozo" userId="edc4260feab78faa" providerId="Windows Live" clId="Web-{766D3A66-7CC6-45B8-AEE0-777ABC9C96FE}" dt="2024-05-08T11:27:58.823" v="0"/>
          <pc:sldLayoutMkLst>
            <pc:docMk/>
            <pc:sldMasterMk cId="1529662319" sldId="2147483699"/>
            <pc:sldLayoutMk cId="3778412204" sldId="2147483693"/>
          </pc:sldLayoutMkLst>
        </pc:sldLayoutChg>
        <pc:sldLayoutChg chg="add">
          <pc:chgData name="Marcelo Moraes Cardozo" userId="edc4260feab78faa" providerId="Windows Live" clId="Web-{766D3A66-7CC6-45B8-AEE0-777ABC9C96FE}" dt="2024-05-08T11:27:58.823" v="0"/>
          <pc:sldLayoutMkLst>
            <pc:docMk/>
            <pc:sldMasterMk cId="1529662319" sldId="2147483699"/>
            <pc:sldLayoutMk cId="3530049175" sldId="2147483694"/>
          </pc:sldLayoutMkLst>
        </pc:sldLayoutChg>
        <pc:sldLayoutChg chg="add">
          <pc:chgData name="Marcelo Moraes Cardozo" userId="edc4260feab78faa" providerId="Windows Live" clId="Web-{766D3A66-7CC6-45B8-AEE0-777ABC9C96FE}" dt="2024-05-08T11:27:58.823" v="0"/>
          <pc:sldLayoutMkLst>
            <pc:docMk/>
            <pc:sldMasterMk cId="1529662319" sldId="2147483699"/>
            <pc:sldLayoutMk cId="1045779457" sldId="2147483695"/>
          </pc:sldLayoutMkLst>
        </pc:sldLayoutChg>
        <pc:sldLayoutChg chg="add">
          <pc:chgData name="Marcelo Moraes Cardozo" userId="edc4260feab78faa" providerId="Windows Live" clId="Web-{766D3A66-7CC6-45B8-AEE0-777ABC9C96FE}" dt="2024-05-08T11:27:58.823" v="0"/>
          <pc:sldLayoutMkLst>
            <pc:docMk/>
            <pc:sldMasterMk cId="1529662319" sldId="2147483699"/>
            <pc:sldLayoutMk cId="2730928994" sldId="2147483696"/>
          </pc:sldLayoutMkLst>
        </pc:sldLayoutChg>
        <pc:sldLayoutChg chg="add">
          <pc:chgData name="Marcelo Moraes Cardozo" userId="edc4260feab78faa" providerId="Windows Live" clId="Web-{766D3A66-7CC6-45B8-AEE0-777ABC9C96FE}" dt="2024-05-08T11:27:58.823" v="0"/>
          <pc:sldLayoutMkLst>
            <pc:docMk/>
            <pc:sldMasterMk cId="1529662319" sldId="2147483699"/>
            <pc:sldLayoutMk cId="250382604" sldId="2147483697"/>
          </pc:sldLayoutMkLst>
        </pc:sldLayoutChg>
        <pc:sldLayoutChg chg="add">
          <pc:chgData name="Marcelo Moraes Cardozo" userId="edc4260feab78faa" providerId="Windows Live" clId="Web-{766D3A66-7CC6-45B8-AEE0-777ABC9C96FE}" dt="2024-05-08T11:27:58.823" v="0"/>
          <pc:sldLayoutMkLst>
            <pc:docMk/>
            <pc:sldMasterMk cId="1529662319" sldId="2147483699"/>
            <pc:sldLayoutMk cId="3109464957" sldId="2147483698"/>
          </pc:sldLayoutMkLst>
        </pc:sldLayout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3D8E5E-745C-407D-B425-C78EBF08DF96}"/>
              </a:ext>
            </a:extLst>
          </p:cNvPr>
          <p:cNvSpPr>
            <a:spLocks noGrp="1"/>
          </p:cNvSpPr>
          <p:nvPr>
            <p:ph type="ctrTitle"/>
          </p:nvPr>
        </p:nvSpPr>
        <p:spPr>
          <a:xfrm>
            <a:off x="571501" y="822960"/>
            <a:ext cx="6057899" cy="5015169"/>
          </a:xfrm>
        </p:spPr>
        <p:txBody>
          <a:bodyPr anchor="t">
            <a:normAutofit/>
          </a:bodyPr>
          <a:lstStyle>
            <a:lvl1pPr algn="l">
              <a:defRPr sz="4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FD07A4D5-56F4-4287-B174-56C55B18FD68}"/>
              </a:ext>
            </a:extLst>
          </p:cNvPr>
          <p:cNvSpPr>
            <a:spLocks noGrp="1"/>
          </p:cNvSpPr>
          <p:nvPr>
            <p:ph type="subTitle" idx="1"/>
          </p:nvPr>
        </p:nvSpPr>
        <p:spPr>
          <a:xfrm>
            <a:off x="8109113" y="3003642"/>
            <a:ext cx="3522199" cy="2900274"/>
          </a:xfrm>
        </p:spPr>
        <p:txBody>
          <a:bodyPr anchor="b">
            <a:normAutofit/>
          </a:bodyPr>
          <a:lstStyle>
            <a:lvl1pPr marL="0" indent="0" algn="l">
              <a:lnSpc>
                <a:spcPct val="130000"/>
              </a:lnSpc>
              <a:buNone/>
              <a:defRPr sz="1400"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DAEB9C19-FEE0-4852-B181-14A0DD77F40D}"/>
              </a:ext>
            </a:extLst>
          </p:cNvPr>
          <p:cNvSpPr>
            <a:spLocks noGrp="1"/>
          </p:cNvSpPr>
          <p:nvPr>
            <p:ph type="dt" sz="half" idx="10"/>
          </p:nvPr>
        </p:nvSpPr>
        <p:spPr/>
        <p:txBody>
          <a:bodyPr/>
          <a:lstStyle/>
          <a:p>
            <a:fld id="{1C8322F6-1C60-46CF-968C-BC20E470F443}" type="datetimeFigureOut">
              <a:rPr lang="en-US" smtClean="0"/>
              <a:t>5/8/2024</a:t>
            </a:fld>
            <a:endParaRPr lang="en-US"/>
          </a:p>
        </p:txBody>
      </p:sp>
      <p:sp>
        <p:nvSpPr>
          <p:cNvPr id="5" name="Footer Placeholder 4">
            <a:extLst>
              <a:ext uri="{FF2B5EF4-FFF2-40B4-BE49-F238E27FC236}">
                <a16:creationId xmlns:a16="http://schemas.microsoft.com/office/drawing/2014/main" id="{11127DDF-01B7-463C-82BC-BBF42961823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B2056A-C3EE-4809-B1F3-1CEEEA266F7B}"/>
              </a:ext>
            </a:extLst>
          </p:cNvPr>
          <p:cNvSpPr>
            <a:spLocks noGrp="1"/>
          </p:cNvSpPr>
          <p:nvPr>
            <p:ph type="sldNum" sz="quarter" idx="12"/>
          </p:nvPr>
        </p:nvSpPr>
        <p:spPr/>
        <p:txBody>
          <a:bodyPr/>
          <a:lstStyle/>
          <a:p>
            <a:fld id="{5EEB83C2-341F-4C28-A243-1C56DDDA54D3}" type="slidenum">
              <a:rPr lang="en-US" smtClean="0"/>
              <a:t>‹nº›</a:t>
            </a:fld>
            <a:endParaRPr lang="en-US"/>
          </a:p>
        </p:txBody>
      </p:sp>
      <p:cxnSp>
        <p:nvCxnSpPr>
          <p:cNvPr id="9" name="Straight Connector 8">
            <a:extLst>
              <a:ext uri="{FF2B5EF4-FFF2-40B4-BE49-F238E27FC236}">
                <a16:creationId xmlns:a16="http://schemas.microsoft.com/office/drawing/2014/main" id="{A240FCEE-B6E2-46D0-9BB0-F45F79545E9D}"/>
              </a:ext>
            </a:extLst>
          </p:cNvPr>
          <p:cNvCxnSpPr>
            <a:cxnSpLocks/>
          </p:cNvCxnSpPr>
          <p:nvPr/>
        </p:nvCxnSpPr>
        <p:spPr>
          <a:xfrm flipH="1">
            <a:off x="571501" y="571500"/>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BD2FB83-3783-4477-80B5-DA5BF10BAF57}"/>
              </a:ext>
            </a:extLst>
          </p:cNvPr>
          <p:cNvCxnSpPr>
            <a:cxnSpLocks/>
          </p:cNvCxnSpPr>
          <p:nvPr/>
        </p:nvCxnSpPr>
        <p:spPr>
          <a:xfrm>
            <a:off x="7742482" y="571500"/>
            <a:ext cx="0" cy="5715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E83EA203-71D5-49C0-9626-FFA8E46787B0}"/>
              </a:ext>
            </a:extLst>
          </p:cNvPr>
          <p:cNvCxnSpPr>
            <a:cxnSpLocks/>
          </p:cNvCxnSpPr>
          <p:nvPr/>
        </p:nvCxnSpPr>
        <p:spPr>
          <a:xfrm flipH="1">
            <a:off x="577485" y="6283518"/>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300491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B2ED8-7F53-4C03-A740-493E50798497}"/>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5611087-99A9-4100-B5F7-520880DE322E}"/>
              </a:ext>
            </a:extLst>
          </p:cNvPr>
          <p:cNvSpPr>
            <a:spLocks noGrp="1"/>
          </p:cNvSpPr>
          <p:nvPr>
            <p:ph idx="1"/>
          </p:nvPr>
        </p:nvSpPr>
        <p:spPr>
          <a:xfrm>
            <a:off x="571499" y="2075688"/>
            <a:ext cx="11059811" cy="39109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67B4B20-1A65-4A26-B11E-6095083A1645}"/>
              </a:ext>
            </a:extLst>
          </p:cNvPr>
          <p:cNvSpPr>
            <a:spLocks noGrp="1"/>
          </p:cNvSpPr>
          <p:nvPr>
            <p:ph type="dt" sz="half" idx="10"/>
          </p:nvPr>
        </p:nvSpPr>
        <p:spPr/>
        <p:txBody>
          <a:bodyPr/>
          <a:lstStyle/>
          <a:p>
            <a:fld id="{1C8322F6-1C60-46CF-968C-BC20E470F443}" type="datetimeFigureOut">
              <a:rPr lang="en-US" smtClean="0"/>
              <a:t>5/8/2024</a:t>
            </a:fld>
            <a:endParaRPr lang="en-US"/>
          </a:p>
        </p:txBody>
      </p:sp>
      <p:sp>
        <p:nvSpPr>
          <p:cNvPr id="5" name="Footer Placeholder 4">
            <a:extLst>
              <a:ext uri="{FF2B5EF4-FFF2-40B4-BE49-F238E27FC236}">
                <a16:creationId xmlns:a16="http://schemas.microsoft.com/office/drawing/2014/main" id="{FB0D52D3-E985-4FEB-89B9-57C754711C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DEA751A-C72D-47C1-A7A6-E8510A40CE9A}"/>
              </a:ext>
            </a:extLst>
          </p:cNvPr>
          <p:cNvSpPr>
            <a:spLocks noGrp="1"/>
          </p:cNvSpPr>
          <p:nvPr>
            <p:ph type="sldNum" sz="quarter" idx="12"/>
          </p:nvPr>
        </p:nvSpPr>
        <p:spPr/>
        <p:txBody>
          <a:bodyPr/>
          <a:lstStyle/>
          <a:p>
            <a:fld id="{5EEB83C2-341F-4C28-A243-1C56DDDA54D3}" type="slidenum">
              <a:rPr lang="en-US" smtClean="0"/>
              <a:t>‹nº›</a:t>
            </a:fld>
            <a:endParaRPr lang="en-US"/>
          </a:p>
        </p:txBody>
      </p:sp>
    </p:spTree>
    <p:extLst>
      <p:ext uri="{BB962C8B-B14F-4D97-AF65-F5344CB8AC3E}">
        <p14:creationId xmlns:p14="http://schemas.microsoft.com/office/powerpoint/2010/main" val="10457794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81F78-07BF-45A9-92D4-E4E0A1E88D7A}"/>
              </a:ext>
            </a:extLst>
          </p:cNvPr>
          <p:cNvSpPr>
            <a:spLocks noGrp="1"/>
          </p:cNvSpPr>
          <p:nvPr>
            <p:ph type="title"/>
          </p:nvPr>
        </p:nvSpPr>
        <p:spPr>
          <a:xfrm>
            <a:off x="571500" y="914255"/>
            <a:ext cx="6867115" cy="5009471"/>
          </a:xfrm>
        </p:spPr>
        <p:txBody>
          <a:bodyPr anchor="b">
            <a:normAutofit/>
          </a:bodyPr>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ECC2A83-A380-4828-BC68-C065C8BC5AD5}"/>
              </a:ext>
            </a:extLst>
          </p:cNvPr>
          <p:cNvSpPr>
            <a:spLocks noGrp="1"/>
          </p:cNvSpPr>
          <p:nvPr>
            <p:ph type="body" idx="1"/>
          </p:nvPr>
        </p:nvSpPr>
        <p:spPr>
          <a:xfrm>
            <a:off x="9239817" y="914399"/>
            <a:ext cx="2370268" cy="2670273"/>
          </a:xfrm>
        </p:spPr>
        <p:txBody>
          <a:bodyPr anchor="t">
            <a:normAutofit/>
          </a:bodyPr>
          <a:lstStyle>
            <a:lvl1pPr marL="0" indent="0">
              <a:lnSpc>
                <a:spcPct val="130000"/>
              </a:lnSpc>
              <a:buNone/>
              <a:defRPr sz="1400" cap="all" spc="300"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FF92B2F-8804-4195-A779-F5C67C25CBBE}"/>
              </a:ext>
            </a:extLst>
          </p:cNvPr>
          <p:cNvSpPr>
            <a:spLocks noGrp="1"/>
          </p:cNvSpPr>
          <p:nvPr>
            <p:ph type="dt" sz="half" idx="10"/>
          </p:nvPr>
        </p:nvSpPr>
        <p:spPr/>
        <p:txBody>
          <a:bodyPr/>
          <a:lstStyle/>
          <a:p>
            <a:fld id="{1C8322F6-1C60-46CF-968C-BC20E470F443}" type="datetimeFigureOut">
              <a:rPr lang="en-US" smtClean="0"/>
              <a:t>5/8/2024</a:t>
            </a:fld>
            <a:endParaRPr lang="en-US"/>
          </a:p>
        </p:txBody>
      </p:sp>
      <p:sp>
        <p:nvSpPr>
          <p:cNvPr id="5" name="Footer Placeholder 4">
            <a:extLst>
              <a:ext uri="{FF2B5EF4-FFF2-40B4-BE49-F238E27FC236}">
                <a16:creationId xmlns:a16="http://schemas.microsoft.com/office/drawing/2014/main" id="{25099C26-4411-4833-A917-A45E62D56AA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668C7C7-F862-434D-A87A-DECE9FD2E1E9}"/>
              </a:ext>
            </a:extLst>
          </p:cNvPr>
          <p:cNvSpPr>
            <a:spLocks noGrp="1"/>
          </p:cNvSpPr>
          <p:nvPr>
            <p:ph type="sldNum" sz="quarter" idx="12"/>
          </p:nvPr>
        </p:nvSpPr>
        <p:spPr/>
        <p:txBody>
          <a:bodyPr/>
          <a:lstStyle/>
          <a:p>
            <a:fld id="{5EEB83C2-341F-4C28-A243-1C56DDDA54D3}" type="slidenum">
              <a:rPr lang="en-US" smtClean="0"/>
              <a:t>‹nº›</a:t>
            </a:fld>
            <a:endParaRPr lang="en-US"/>
          </a:p>
        </p:txBody>
      </p:sp>
      <p:cxnSp>
        <p:nvCxnSpPr>
          <p:cNvPr id="7" name="Straight Connector 6">
            <a:extLst>
              <a:ext uri="{FF2B5EF4-FFF2-40B4-BE49-F238E27FC236}">
                <a16:creationId xmlns:a16="http://schemas.microsoft.com/office/drawing/2014/main" id="{A40BAA4B-C4C0-40C1-8DC8-B4E2F8A68E12}"/>
              </a:ext>
            </a:extLst>
          </p:cNvPr>
          <p:cNvCxnSpPr>
            <a:cxnSpLocks/>
          </p:cNvCxnSpPr>
          <p:nvPr/>
        </p:nvCxnSpPr>
        <p:spPr>
          <a:xfrm>
            <a:off x="8872625" y="571500"/>
            <a:ext cx="0" cy="5715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C0A2259-2540-4B32-A999-2B46A6790E3D}"/>
              </a:ext>
            </a:extLst>
          </p:cNvPr>
          <p:cNvCxnSpPr>
            <a:cxnSpLocks/>
          </p:cNvCxnSpPr>
          <p:nvPr/>
        </p:nvCxnSpPr>
        <p:spPr>
          <a:xfrm flipH="1">
            <a:off x="566094" y="571500"/>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CEFB0ED-3F76-4403-AD0B-E738DD9D8CB6}"/>
              </a:ext>
            </a:extLst>
          </p:cNvPr>
          <p:cNvCxnSpPr>
            <a:cxnSpLocks/>
          </p:cNvCxnSpPr>
          <p:nvPr/>
        </p:nvCxnSpPr>
        <p:spPr>
          <a:xfrm flipH="1">
            <a:off x="577485" y="6283518"/>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309289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6BD5F-CF53-4DD5-B8C5-27BBA2BB8860}"/>
              </a:ext>
            </a:extLst>
          </p:cNvPr>
          <p:cNvSpPr>
            <a:spLocks noGrp="1"/>
          </p:cNvSpPr>
          <p:nvPr>
            <p:ph type="title"/>
          </p:nvPr>
        </p:nvSpPr>
        <p:spPr>
          <a:xfrm>
            <a:off x="571500" y="709684"/>
            <a:ext cx="11049000" cy="1057160"/>
          </a:xfrm>
        </p:spPr>
        <p:txBody>
          <a:bodyPr anchor="ct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3576C2E1-5D5E-409F-BEE8-F48CE86F55C9}"/>
              </a:ext>
            </a:extLst>
          </p:cNvPr>
          <p:cNvSpPr>
            <a:spLocks noGrp="1"/>
          </p:cNvSpPr>
          <p:nvPr>
            <p:ph sz="half" idx="1"/>
          </p:nvPr>
        </p:nvSpPr>
        <p:spPr>
          <a:xfrm>
            <a:off x="579447" y="2074990"/>
            <a:ext cx="5181600" cy="41019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AFBBF823-1BFB-4CF0-BAF4-D660C8F1AFC0}"/>
              </a:ext>
            </a:extLst>
          </p:cNvPr>
          <p:cNvSpPr>
            <a:spLocks noGrp="1"/>
          </p:cNvSpPr>
          <p:nvPr>
            <p:ph sz="half" idx="2"/>
          </p:nvPr>
        </p:nvSpPr>
        <p:spPr>
          <a:xfrm>
            <a:off x="6447082" y="2074990"/>
            <a:ext cx="5181600" cy="41019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46FF816E-EE02-44A4-8B81-B324ECFD74DF}"/>
              </a:ext>
            </a:extLst>
          </p:cNvPr>
          <p:cNvSpPr>
            <a:spLocks noGrp="1"/>
          </p:cNvSpPr>
          <p:nvPr>
            <p:ph type="dt" sz="half" idx="10"/>
          </p:nvPr>
        </p:nvSpPr>
        <p:spPr/>
        <p:txBody>
          <a:bodyPr/>
          <a:lstStyle/>
          <a:p>
            <a:fld id="{1C8322F6-1C60-46CF-968C-BC20E470F443}" type="datetimeFigureOut">
              <a:rPr lang="en-US" smtClean="0"/>
              <a:t>5/8/2024</a:t>
            </a:fld>
            <a:endParaRPr lang="en-US"/>
          </a:p>
        </p:txBody>
      </p:sp>
      <p:sp>
        <p:nvSpPr>
          <p:cNvPr id="6" name="Footer Placeholder 5">
            <a:extLst>
              <a:ext uri="{FF2B5EF4-FFF2-40B4-BE49-F238E27FC236}">
                <a16:creationId xmlns:a16="http://schemas.microsoft.com/office/drawing/2014/main" id="{F134D9E4-A693-44D2-A3E8-E3AABC9052B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54F669F-4B8E-415D-A9BF-AD451F452C6B}"/>
              </a:ext>
            </a:extLst>
          </p:cNvPr>
          <p:cNvSpPr>
            <a:spLocks noGrp="1"/>
          </p:cNvSpPr>
          <p:nvPr>
            <p:ph type="sldNum" sz="quarter" idx="12"/>
          </p:nvPr>
        </p:nvSpPr>
        <p:spPr/>
        <p:txBody>
          <a:bodyPr/>
          <a:lstStyle/>
          <a:p>
            <a:fld id="{5EEB83C2-341F-4C28-A243-1C56DDDA54D3}" type="slidenum">
              <a:rPr lang="en-US" smtClean="0"/>
              <a:t>‹nº›</a:t>
            </a:fld>
            <a:endParaRPr lang="en-US"/>
          </a:p>
        </p:txBody>
      </p:sp>
      <p:cxnSp>
        <p:nvCxnSpPr>
          <p:cNvPr id="11" name="Straight Connector 10">
            <a:extLst>
              <a:ext uri="{FF2B5EF4-FFF2-40B4-BE49-F238E27FC236}">
                <a16:creationId xmlns:a16="http://schemas.microsoft.com/office/drawing/2014/main" id="{720AF959-FCDC-4B92-9324-06A06C0D56F2}"/>
              </a:ext>
            </a:extLst>
          </p:cNvPr>
          <p:cNvCxnSpPr>
            <a:cxnSpLocks/>
          </p:cNvCxnSpPr>
          <p:nvPr/>
        </p:nvCxnSpPr>
        <p:spPr>
          <a:xfrm flipV="1">
            <a:off x="6101405" y="1883336"/>
            <a:ext cx="0" cy="439965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03826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FF85E5-82C4-4BAE-B2B0-A078ABD6C69C}"/>
              </a:ext>
            </a:extLst>
          </p:cNvPr>
          <p:cNvSpPr>
            <a:spLocks noGrp="1"/>
          </p:cNvSpPr>
          <p:nvPr>
            <p:ph type="title"/>
          </p:nvPr>
        </p:nvSpPr>
        <p:spPr>
          <a:xfrm>
            <a:off x="583469" y="699118"/>
            <a:ext cx="11025062" cy="1063601"/>
          </a:xfrm>
        </p:spPr>
        <p:txBody>
          <a:bodyPr anchor="ct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12D15C7-F445-40F7-88F6-FD6526269CD7}"/>
              </a:ext>
            </a:extLst>
          </p:cNvPr>
          <p:cNvSpPr>
            <a:spLocks noGrp="1"/>
          </p:cNvSpPr>
          <p:nvPr>
            <p:ph type="body" idx="1"/>
          </p:nvPr>
        </p:nvSpPr>
        <p:spPr>
          <a:xfrm>
            <a:off x="583468" y="2022883"/>
            <a:ext cx="5230469" cy="564079"/>
          </a:xfrm>
        </p:spPr>
        <p:txBody>
          <a:bodyPr anchor="ctr">
            <a:normAutofit/>
          </a:bodyPr>
          <a:lstStyle>
            <a:lvl1pPr marL="0" indent="0">
              <a:buNone/>
              <a:defRPr sz="16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B652C35-AA8E-4154-8A78-7DE9590E1F38}"/>
              </a:ext>
            </a:extLst>
          </p:cNvPr>
          <p:cNvSpPr>
            <a:spLocks noGrp="1"/>
          </p:cNvSpPr>
          <p:nvPr>
            <p:ph sz="half" idx="2"/>
          </p:nvPr>
        </p:nvSpPr>
        <p:spPr>
          <a:xfrm>
            <a:off x="583469" y="2866031"/>
            <a:ext cx="5157787" cy="32276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F557EAC6-567C-4A4A-BB10-57EC14B97DDF}"/>
              </a:ext>
            </a:extLst>
          </p:cNvPr>
          <p:cNvSpPr>
            <a:spLocks noGrp="1"/>
          </p:cNvSpPr>
          <p:nvPr>
            <p:ph type="body" sz="quarter" idx="3"/>
          </p:nvPr>
        </p:nvSpPr>
        <p:spPr>
          <a:xfrm>
            <a:off x="6441470" y="2022883"/>
            <a:ext cx="5183188" cy="564080"/>
          </a:xfrm>
        </p:spPr>
        <p:txBody>
          <a:bodyPr anchor="ctr">
            <a:normAutofit/>
          </a:bodyPr>
          <a:lstStyle>
            <a:lvl1pPr marL="0" indent="0">
              <a:buNone/>
              <a:defRPr sz="16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19A083F-AD60-4437-B32A-44035D78AF63}"/>
              </a:ext>
            </a:extLst>
          </p:cNvPr>
          <p:cNvSpPr>
            <a:spLocks noGrp="1"/>
          </p:cNvSpPr>
          <p:nvPr>
            <p:ph sz="quarter" idx="4"/>
          </p:nvPr>
        </p:nvSpPr>
        <p:spPr>
          <a:xfrm>
            <a:off x="6441470" y="2866031"/>
            <a:ext cx="5183188" cy="32276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9DBF86F-3266-4551-B680-06F401FFE665}"/>
              </a:ext>
            </a:extLst>
          </p:cNvPr>
          <p:cNvSpPr>
            <a:spLocks noGrp="1"/>
          </p:cNvSpPr>
          <p:nvPr>
            <p:ph type="dt" sz="half" idx="10"/>
          </p:nvPr>
        </p:nvSpPr>
        <p:spPr/>
        <p:txBody>
          <a:bodyPr/>
          <a:lstStyle/>
          <a:p>
            <a:fld id="{1C8322F6-1C60-46CF-968C-BC20E470F443}" type="datetimeFigureOut">
              <a:rPr lang="en-US" smtClean="0"/>
              <a:t>5/8/2024</a:t>
            </a:fld>
            <a:endParaRPr lang="en-US"/>
          </a:p>
        </p:txBody>
      </p:sp>
      <p:sp>
        <p:nvSpPr>
          <p:cNvPr id="8" name="Footer Placeholder 7">
            <a:extLst>
              <a:ext uri="{FF2B5EF4-FFF2-40B4-BE49-F238E27FC236}">
                <a16:creationId xmlns:a16="http://schemas.microsoft.com/office/drawing/2014/main" id="{755B38FE-80F9-4582-B2E1-B067C288DE8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47BEF32-F637-47A1-9ED3-AFC4F79F3739}"/>
              </a:ext>
            </a:extLst>
          </p:cNvPr>
          <p:cNvSpPr>
            <a:spLocks noGrp="1"/>
          </p:cNvSpPr>
          <p:nvPr>
            <p:ph type="sldNum" sz="quarter" idx="12"/>
          </p:nvPr>
        </p:nvSpPr>
        <p:spPr/>
        <p:txBody>
          <a:bodyPr/>
          <a:lstStyle/>
          <a:p>
            <a:fld id="{5EEB83C2-341F-4C28-A243-1C56DDDA54D3}" type="slidenum">
              <a:rPr lang="en-US" smtClean="0"/>
              <a:t>‹nº›</a:t>
            </a:fld>
            <a:endParaRPr lang="en-US"/>
          </a:p>
        </p:txBody>
      </p:sp>
      <p:cxnSp>
        <p:nvCxnSpPr>
          <p:cNvPr id="11" name="Straight Connector 10">
            <a:extLst>
              <a:ext uri="{FF2B5EF4-FFF2-40B4-BE49-F238E27FC236}">
                <a16:creationId xmlns:a16="http://schemas.microsoft.com/office/drawing/2014/main" id="{E0C508D4-7C99-4B8D-BCDE-F0001BD345D9}"/>
              </a:ext>
            </a:extLst>
          </p:cNvPr>
          <p:cNvCxnSpPr>
            <a:cxnSpLocks/>
          </p:cNvCxnSpPr>
          <p:nvPr/>
        </p:nvCxnSpPr>
        <p:spPr>
          <a:xfrm flipV="1">
            <a:off x="6101405" y="1883336"/>
            <a:ext cx="0" cy="439966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449BF61B-7951-48F4-982B-9401A483FFBF}"/>
              </a:ext>
            </a:extLst>
          </p:cNvPr>
          <p:cNvCxnSpPr>
            <a:cxnSpLocks/>
          </p:cNvCxnSpPr>
          <p:nvPr/>
        </p:nvCxnSpPr>
        <p:spPr>
          <a:xfrm flipH="1">
            <a:off x="577485" y="2738598"/>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094649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A94CB-6BE5-4B9E-B0A6-54F83B201A64}"/>
              </a:ext>
            </a:extLst>
          </p:cNvPr>
          <p:cNvSpPr>
            <a:spLocks noGrp="1"/>
          </p:cNvSpPr>
          <p:nvPr>
            <p:ph type="title"/>
          </p:nvPr>
        </p:nvSpPr>
        <p:spPr>
          <a:xfrm>
            <a:off x="571500" y="717452"/>
            <a:ext cx="11049000" cy="1161836"/>
          </a:xfrm>
        </p:spPr>
        <p:txBody>
          <a:bodyPr anchor="t"/>
          <a:lstStyle/>
          <a:p>
            <a:r>
              <a:rPr lang="en-US"/>
              <a:t>Click to edit Master title style</a:t>
            </a:r>
            <a:endParaRPr lang="en-US" dirty="0"/>
          </a:p>
        </p:txBody>
      </p:sp>
      <p:sp>
        <p:nvSpPr>
          <p:cNvPr id="3" name="Date Placeholder 2">
            <a:extLst>
              <a:ext uri="{FF2B5EF4-FFF2-40B4-BE49-F238E27FC236}">
                <a16:creationId xmlns:a16="http://schemas.microsoft.com/office/drawing/2014/main" id="{75E8643C-1A5D-4F23-B0D7-5B46F5E456B4}"/>
              </a:ext>
            </a:extLst>
          </p:cNvPr>
          <p:cNvSpPr>
            <a:spLocks noGrp="1"/>
          </p:cNvSpPr>
          <p:nvPr>
            <p:ph type="dt" sz="half" idx="10"/>
          </p:nvPr>
        </p:nvSpPr>
        <p:spPr/>
        <p:txBody>
          <a:bodyPr/>
          <a:lstStyle/>
          <a:p>
            <a:fld id="{1C8322F6-1C60-46CF-968C-BC20E470F443}" type="datetimeFigureOut">
              <a:rPr lang="en-US" smtClean="0"/>
              <a:t>5/8/2024</a:t>
            </a:fld>
            <a:endParaRPr lang="en-US"/>
          </a:p>
        </p:txBody>
      </p:sp>
      <p:sp>
        <p:nvSpPr>
          <p:cNvPr id="4" name="Footer Placeholder 3">
            <a:extLst>
              <a:ext uri="{FF2B5EF4-FFF2-40B4-BE49-F238E27FC236}">
                <a16:creationId xmlns:a16="http://schemas.microsoft.com/office/drawing/2014/main" id="{0C1A3394-78CC-43B0-9762-5E826F8BBFD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C347F0A-1980-4E13-AB22-AE3B8AA44058}"/>
              </a:ext>
            </a:extLst>
          </p:cNvPr>
          <p:cNvSpPr>
            <a:spLocks noGrp="1"/>
          </p:cNvSpPr>
          <p:nvPr>
            <p:ph type="sldNum" sz="quarter" idx="12"/>
          </p:nvPr>
        </p:nvSpPr>
        <p:spPr/>
        <p:txBody>
          <a:bodyPr/>
          <a:lstStyle/>
          <a:p>
            <a:fld id="{5EEB83C2-341F-4C28-A243-1C56DDDA54D3}" type="slidenum">
              <a:rPr lang="en-US" smtClean="0"/>
              <a:t>‹nº›</a:t>
            </a:fld>
            <a:endParaRPr lang="en-US"/>
          </a:p>
        </p:txBody>
      </p:sp>
      <p:cxnSp>
        <p:nvCxnSpPr>
          <p:cNvPr id="7" name="Straight Connector 6">
            <a:extLst>
              <a:ext uri="{FF2B5EF4-FFF2-40B4-BE49-F238E27FC236}">
                <a16:creationId xmlns:a16="http://schemas.microsoft.com/office/drawing/2014/main" id="{4E9D858B-8A9C-4235-B151-81C99A3D20D2}"/>
              </a:ext>
            </a:extLst>
          </p:cNvPr>
          <p:cNvCxnSpPr>
            <a:cxnSpLocks/>
          </p:cNvCxnSpPr>
          <p:nvPr/>
        </p:nvCxnSpPr>
        <p:spPr>
          <a:xfrm flipH="1">
            <a:off x="577485" y="571500"/>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36C7798B-3ECB-4076-8955-A82116BB0D25}"/>
              </a:ext>
            </a:extLst>
          </p:cNvPr>
          <p:cNvCxnSpPr>
            <a:cxnSpLocks/>
          </p:cNvCxnSpPr>
          <p:nvPr/>
        </p:nvCxnSpPr>
        <p:spPr>
          <a:xfrm flipH="1">
            <a:off x="577485" y="6283518"/>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286590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5C61D85-3E72-406F-AB26-B4ED94918442}"/>
              </a:ext>
            </a:extLst>
          </p:cNvPr>
          <p:cNvSpPr>
            <a:spLocks noGrp="1"/>
          </p:cNvSpPr>
          <p:nvPr>
            <p:ph type="dt" sz="half" idx="10"/>
          </p:nvPr>
        </p:nvSpPr>
        <p:spPr/>
        <p:txBody>
          <a:bodyPr/>
          <a:lstStyle/>
          <a:p>
            <a:fld id="{1C8322F6-1C60-46CF-968C-BC20E470F443}" type="datetimeFigureOut">
              <a:rPr lang="en-US" smtClean="0"/>
              <a:t>5/8/2024</a:t>
            </a:fld>
            <a:endParaRPr lang="en-US"/>
          </a:p>
        </p:txBody>
      </p:sp>
      <p:sp>
        <p:nvSpPr>
          <p:cNvPr id="3" name="Footer Placeholder 2">
            <a:extLst>
              <a:ext uri="{FF2B5EF4-FFF2-40B4-BE49-F238E27FC236}">
                <a16:creationId xmlns:a16="http://schemas.microsoft.com/office/drawing/2014/main" id="{499C831E-4321-467E-9090-C89C48CF2F5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68A9556-B3D8-4403-835F-11AE2D4098E9}"/>
              </a:ext>
            </a:extLst>
          </p:cNvPr>
          <p:cNvSpPr>
            <a:spLocks noGrp="1"/>
          </p:cNvSpPr>
          <p:nvPr>
            <p:ph type="sldNum" sz="quarter" idx="12"/>
          </p:nvPr>
        </p:nvSpPr>
        <p:spPr/>
        <p:txBody>
          <a:bodyPr/>
          <a:lstStyle/>
          <a:p>
            <a:fld id="{5EEB83C2-341F-4C28-A243-1C56DDDA54D3}" type="slidenum">
              <a:rPr lang="en-US" smtClean="0"/>
              <a:t>‹nº›</a:t>
            </a:fld>
            <a:endParaRPr lang="en-US"/>
          </a:p>
        </p:txBody>
      </p:sp>
    </p:spTree>
    <p:extLst>
      <p:ext uri="{BB962C8B-B14F-4D97-AF65-F5344CB8AC3E}">
        <p14:creationId xmlns:p14="http://schemas.microsoft.com/office/powerpoint/2010/main" val="23734453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A0AA48-D521-423D-B185-6490EF57B935}"/>
              </a:ext>
            </a:extLst>
          </p:cNvPr>
          <p:cNvSpPr>
            <a:spLocks noGrp="1"/>
          </p:cNvSpPr>
          <p:nvPr>
            <p:ph type="title"/>
          </p:nvPr>
        </p:nvSpPr>
        <p:spPr>
          <a:xfrm>
            <a:off x="572201" y="810344"/>
            <a:ext cx="3478084" cy="1408062"/>
          </a:xfrm>
        </p:spPr>
        <p:txBody>
          <a:bodyPr anchor="t"/>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B64E6DD-DDD2-4ED6-B8A9-A8B6D7656549}"/>
              </a:ext>
            </a:extLst>
          </p:cNvPr>
          <p:cNvSpPr>
            <a:spLocks noGrp="1"/>
          </p:cNvSpPr>
          <p:nvPr>
            <p:ph idx="1"/>
          </p:nvPr>
        </p:nvSpPr>
        <p:spPr>
          <a:xfrm>
            <a:off x="4919809" y="931232"/>
            <a:ext cx="6700679" cy="5079369"/>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A3F08F5E-AD33-4ACF-84C9-78B0FF6BE3AC}"/>
              </a:ext>
            </a:extLst>
          </p:cNvPr>
          <p:cNvSpPr>
            <a:spLocks noGrp="1"/>
          </p:cNvSpPr>
          <p:nvPr>
            <p:ph type="body" sz="half" idx="2"/>
          </p:nvPr>
        </p:nvSpPr>
        <p:spPr>
          <a:xfrm>
            <a:off x="571500" y="2578608"/>
            <a:ext cx="3478783" cy="341724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8D7604E-7DD4-4497-B325-74F899E8ACC6}"/>
              </a:ext>
            </a:extLst>
          </p:cNvPr>
          <p:cNvSpPr>
            <a:spLocks noGrp="1"/>
          </p:cNvSpPr>
          <p:nvPr>
            <p:ph type="dt" sz="half" idx="10"/>
          </p:nvPr>
        </p:nvSpPr>
        <p:spPr/>
        <p:txBody>
          <a:bodyPr/>
          <a:lstStyle/>
          <a:p>
            <a:fld id="{1C8322F6-1C60-46CF-968C-BC20E470F443}" type="datetimeFigureOut">
              <a:rPr lang="en-US" smtClean="0"/>
              <a:t>5/8/2024</a:t>
            </a:fld>
            <a:endParaRPr lang="en-US"/>
          </a:p>
        </p:txBody>
      </p:sp>
      <p:sp>
        <p:nvSpPr>
          <p:cNvPr id="6" name="Footer Placeholder 5">
            <a:extLst>
              <a:ext uri="{FF2B5EF4-FFF2-40B4-BE49-F238E27FC236}">
                <a16:creationId xmlns:a16="http://schemas.microsoft.com/office/drawing/2014/main" id="{3F02BEED-A8F6-4256-9539-4434694AA16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5EA1AA6-EE0B-48FD-A7DE-6CEE6A8C7DEB}"/>
              </a:ext>
            </a:extLst>
          </p:cNvPr>
          <p:cNvSpPr>
            <a:spLocks noGrp="1"/>
          </p:cNvSpPr>
          <p:nvPr>
            <p:ph type="sldNum" sz="quarter" idx="12"/>
          </p:nvPr>
        </p:nvSpPr>
        <p:spPr/>
        <p:txBody>
          <a:bodyPr/>
          <a:lstStyle/>
          <a:p>
            <a:fld id="{5EEB83C2-341F-4C28-A243-1C56DDDA54D3}" type="slidenum">
              <a:rPr lang="en-US" smtClean="0"/>
              <a:t>‹nº›</a:t>
            </a:fld>
            <a:endParaRPr lang="en-US"/>
          </a:p>
        </p:txBody>
      </p:sp>
      <p:cxnSp>
        <p:nvCxnSpPr>
          <p:cNvPr id="8" name="Straight Connector 7">
            <a:extLst>
              <a:ext uri="{FF2B5EF4-FFF2-40B4-BE49-F238E27FC236}">
                <a16:creationId xmlns:a16="http://schemas.microsoft.com/office/drawing/2014/main" id="{B3F35B32-9A23-4805-94A6-96826D202139}"/>
              </a:ext>
            </a:extLst>
          </p:cNvPr>
          <p:cNvCxnSpPr>
            <a:cxnSpLocks/>
          </p:cNvCxnSpPr>
          <p:nvPr/>
        </p:nvCxnSpPr>
        <p:spPr>
          <a:xfrm flipH="1">
            <a:off x="571500" y="571500"/>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62BA7DA-3944-40D4-91CD-40CA24DBB79B}"/>
              </a:ext>
            </a:extLst>
          </p:cNvPr>
          <p:cNvCxnSpPr>
            <a:cxnSpLocks/>
          </p:cNvCxnSpPr>
          <p:nvPr/>
        </p:nvCxnSpPr>
        <p:spPr>
          <a:xfrm flipV="1">
            <a:off x="4419601" y="571500"/>
            <a:ext cx="0" cy="5715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8BEA0B78-39E7-4039-B8BE-4F425688C6DF}"/>
              </a:ext>
            </a:extLst>
          </p:cNvPr>
          <p:cNvCxnSpPr>
            <a:cxnSpLocks/>
          </p:cNvCxnSpPr>
          <p:nvPr/>
        </p:nvCxnSpPr>
        <p:spPr>
          <a:xfrm flipH="1">
            <a:off x="571501" y="2406845"/>
            <a:ext cx="38481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D68B99C-0744-42EE-9713-AB0CEC3F5D85}"/>
              </a:ext>
            </a:extLst>
          </p:cNvPr>
          <p:cNvCxnSpPr>
            <a:cxnSpLocks/>
          </p:cNvCxnSpPr>
          <p:nvPr/>
        </p:nvCxnSpPr>
        <p:spPr>
          <a:xfrm flipH="1">
            <a:off x="577485" y="6283518"/>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696343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12732-5D39-4B30-A499-D51BABC882EF}"/>
              </a:ext>
            </a:extLst>
          </p:cNvPr>
          <p:cNvSpPr>
            <a:spLocks noGrp="1"/>
          </p:cNvSpPr>
          <p:nvPr>
            <p:ph type="title"/>
          </p:nvPr>
        </p:nvSpPr>
        <p:spPr>
          <a:xfrm>
            <a:off x="571499" y="802204"/>
            <a:ext cx="3478787" cy="1408062"/>
          </a:xfrm>
        </p:spPr>
        <p:txBody>
          <a:bodyPr anchor="t"/>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23AF5AEC-77BC-4A52-8A56-C6479CA6A29D}"/>
              </a:ext>
            </a:extLst>
          </p:cNvPr>
          <p:cNvSpPr>
            <a:spLocks noGrp="1"/>
          </p:cNvSpPr>
          <p:nvPr>
            <p:ph type="pic" idx="1"/>
          </p:nvPr>
        </p:nvSpPr>
        <p:spPr>
          <a:xfrm>
            <a:off x="4723467" y="847384"/>
            <a:ext cx="6907844" cy="5216813"/>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860A9240-8762-4C7D-AF22-A844CB2EC871}"/>
              </a:ext>
            </a:extLst>
          </p:cNvPr>
          <p:cNvSpPr>
            <a:spLocks noGrp="1"/>
          </p:cNvSpPr>
          <p:nvPr>
            <p:ph type="body" sz="half" idx="2"/>
          </p:nvPr>
        </p:nvSpPr>
        <p:spPr>
          <a:xfrm>
            <a:off x="571498" y="2574906"/>
            <a:ext cx="3478787" cy="343571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9995685-E45D-4E74-8B78-D3B8E85C434D}"/>
              </a:ext>
            </a:extLst>
          </p:cNvPr>
          <p:cNvSpPr>
            <a:spLocks noGrp="1"/>
          </p:cNvSpPr>
          <p:nvPr>
            <p:ph type="dt" sz="half" idx="10"/>
          </p:nvPr>
        </p:nvSpPr>
        <p:spPr/>
        <p:txBody>
          <a:bodyPr/>
          <a:lstStyle/>
          <a:p>
            <a:fld id="{1C8322F6-1C60-46CF-968C-BC20E470F443}" type="datetimeFigureOut">
              <a:rPr lang="en-US" smtClean="0"/>
              <a:t>5/8/2024</a:t>
            </a:fld>
            <a:endParaRPr lang="en-US"/>
          </a:p>
        </p:txBody>
      </p:sp>
      <p:sp>
        <p:nvSpPr>
          <p:cNvPr id="6" name="Footer Placeholder 5">
            <a:extLst>
              <a:ext uri="{FF2B5EF4-FFF2-40B4-BE49-F238E27FC236}">
                <a16:creationId xmlns:a16="http://schemas.microsoft.com/office/drawing/2014/main" id="{321FCBA3-0FF5-47C2-901A-645F6185D24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B030381-5320-46AD-A0B9-7C04B3E5A202}"/>
              </a:ext>
            </a:extLst>
          </p:cNvPr>
          <p:cNvSpPr>
            <a:spLocks noGrp="1"/>
          </p:cNvSpPr>
          <p:nvPr>
            <p:ph type="sldNum" sz="quarter" idx="12"/>
          </p:nvPr>
        </p:nvSpPr>
        <p:spPr/>
        <p:txBody>
          <a:bodyPr/>
          <a:lstStyle/>
          <a:p>
            <a:fld id="{5EEB83C2-341F-4C28-A243-1C56DDDA54D3}" type="slidenum">
              <a:rPr lang="en-US" smtClean="0"/>
              <a:t>‹nº›</a:t>
            </a:fld>
            <a:endParaRPr lang="en-US"/>
          </a:p>
        </p:txBody>
      </p:sp>
      <p:cxnSp>
        <p:nvCxnSpPr>
          <p:cNvPr id="8" name="Straight Connector 7">
            <a:extLst>
              <a:ext uri="{FF2B5EF4-FFF2-40B4-BE49-F238E27FC236}">
                <a16:creationId xmlns:a16="http://schemas.microsoft.com/office/drawing/2014/main" id="{5357A432-D933-402A-8657-216EE20450EE}"/>
              </a:ext>
            </a:extLst>
          </p:cNvPr>
          <p:cNvCxnSpPr>
            <a:cxnSpLocks/>
          </p:cNvCxnSpPr>
          <p:nvPr/>
        </p:nvCxnSpPr>
        <p:spPr>
          <a:xfrm flipH="1">
            <a:off x="571500" y="571500"/>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1B1E0F3-D71B-436F-A10B-B6EA7125F684}"/>
              </a:ext>
            </a:extLst>
          </p:cNvPr>
          <p:cNvCxnSpPr>
            <a:cxnSpLocks/>
          </p:cNvCxnSpPr>
          <p:nvPr/>
        </p:nvCxnSpPr>
        <p:spPr>
          <a:xfrm flipV="1">
            <a:off x="4419601" y="571500"/>
            <a:ext cx="0" cy="5715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BDEE64F5-2B48-4A2E-BA5E-1D37F1A7C9A3}"/>
              </a:ext>
            </a:extLst>
          </p:cNvPr>
          <p:cNvCxnSpPr>
            <a:cxnSpLocks/>
          </p:cNvCxnSpPr>
          <p:nvPr/>
        </p:nvCxnSpPr>
        <p:spPr>
          <a:xfrm flipH="1">
            <a:off x="571501" y="2406845"/>
            <a:ext cx="38481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99BF9AA-A2C8-4233-B597-EB11C6D6A0E0}"/>
              </a:ext>
            </a:extLst>
          </p:cNvPr>
          <p:cNvCxnSpPr>
            <a:cxnSpLocks/>
          </p:cNvCxnSpPr>
          <p:nvPr/>
        </p:nvCxnSpPr>
        <p:spPr>
          <a:xfrm flipH="1">
            <a:off x="577485" y="6283518"/>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390238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799A0A-70FC-426A-8B3B-60FAF9806EB0}"/>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8EF47EC6-9753-4ABC-BB66-64CCC8BA0808}"/>
              </a:ext>
            </a:extLst>
          </p:cNvPr>
          <p:cNvSpPr>
            <a:spLocks noGrp="1"/>
          </p:cNvSpPr>
          <p:nvPr>
            <p:ph type="body" orient="vert" idx="1"/>
          </p:nvPr>
        </p:nvSpPr>
        <p:spPr>
          <a:xfrm>
            <a:off x="571499" y="2036363"/>
            <a:ext cx="11059811" cy="387077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8884D9F-DC99-4B4C-98CF-178BBBB76646}"/>
              </a:ext>
            </a:extLst>
          </p:cNvPr>
          <p:cNvSpPr>
            <a:spLocks noGrp="1"/>
          </p:cNvSpPr>
          <p:nvPr>
            <p:ph type="dt" sz="half" idx="10"/>
          </p:nvPr>
        </p:nvSpPr>
        <p:spPr/>
        <p:txBody>
          <a:bodyPr/>
          <a:lstStyle/>
          <a:p>
            <a:fld id="{1C8322F6-1C60-46CF-968C-BC20E470F443}" type="datetimeFigureOut">
              <a:rPr lang="en-US" smtClean="0"/>
              <a:t>5/8/2024</a:t>
            </a:fld>
            <a:endParaRPr lang="en-US"/>
          </a:p>
        </p:txBody>
      </p:sp>
      <p:sp>
        <p:nvSpPr>
          <p:cNvPr id="5" name="Footer Placeholder 4">
            <a:extLst>
              <a:ext uri="{FF2B5EF4-FFF2-40B4-BE49-F238E27FC236}">
                <a16:creationId xmlns:a16="http://schemas.microsoft.com/office/drawing/2014/main" id="{1A7A6840-AC0B-4260-8368-08E0A22D22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6A5DAB8-EC07-4CCF-96EA-5D8ACDAE6E48}"/>
              </a:ext>
            </a:extLst>
          </p:cNvPr>
          <p:cNvSpPr>
            <a:spLocks noGrp="1"/>
          </p:cNvSpPr>
          <p:nvPr>
            <p:ph type="sldNum" sz="quarter" idx="12"/>
          </p:nvPr>
        </p:nvSpPr>
        <p:spPr/>
        <p:txBody>
          <a:bodyPr/>
          <a:lstStyle/>
          <a:p>
            <a:fld id="{5EEB83C2-341F-4C28-A243-1C56DDDA54D3}" type="slidenum">
              <a:rPr lang="en-US" smtClean="0"/>
              <a:t>‹nº›</a:t>
            </a:fld>
            <a:endParaRPr lang="en-US"/>
          </a:p>
        </p:txBody>
      </p:sp>
      <p:cxnSp>
        <p:nvCxnSpPr>
          <p:cNvPr id="7" name="Straight Connector 6">
            <a:extLst>
              <a:ext uri="{FF2B5EF4-FFF2-40B4-BE49-F238E27FC236}">
                <a16:creationId xmlns:a16="http://schemas.microsoft.com/office/drawing/2014/main" id="{0438F1AC-9961-4786-A189-20863DD97F68}"/>
              </a:ext>
            </a:extLst>
          </p:cNvPr>
          <p:cNvCxnSpPr>
            <a:cxnSpLocks/>
          </p:cNvCxnSpPr>
          <p:nvPr/>
        </p:nvCxnSpPr>
        <p:spPr>
          <a:xfrm flipH="1">
            <a:off x="571500" y="1780979"/>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700520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C75F678-EC03-4845-A51B-C90FA6A15491}"/>
              </a:ext>
            </a:extLst>
          </p:cNvPr>
          <p:cNvSpPr>
            <a:spLocks noGrp="1"/>
          </p:cNvSpPr>
          <p:nvPr>
            <p:ph type="title" orient="vert"/>
          </p:nvPr>
        </p:nvSpPr>
        <p:spPr>
          <a:xfrm>
            <a:off x="9177953" y="797251"/>
            <a:ext cx="2483929" cy="5283785"/>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B74A8B4D-A39F-4528-975A-9C84BEE778DF}"/>
              </a:ext>
            </a:extLst>
          </p:cNvPr>
          <p:cNvSpPr>
            <a:spLocks noGrp="1"/>
          </p:cNvSpPr>
          <p:nvPr>
            <p:ph type="body" orient="vert" idx="1"/>
          </p:nvPr>
        </p:nvSpPr>
        <p:spPr>
          <a:xfrm>
            <a:off x="566094" y="797251"/>
            <a:ext cx="8101072" cy="528378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E15E4A23-6984-4AD1-A51D-600EDC263543}"/>
              </a:ext>
            </a:extLst>
          </p:cNvPr>
          <p:cNvSpPr>
            <a:spLocks noGrp="1"/>
          </p:cNvSpPr>
          <p:nvPr>
            <p:ph type="dt" sz="half" idx="10"/>
          </p:nvPr>
        </p:nvSpPr>
        <p:spPr/>
        <p:txBody>
          <a:bodyPr/>
          <a:lstStyle/>
          <a:p>
            <a:fld id="{1C8322F6-1C60-46CF-968C-BC20E470F443}" type="datetimeFigureOut">
              <a:rPr lang="en-US" smtClean="0"/>
              <a:t>5/8/2024</a:t>
            </a:fld>
            <a:endParaRPr lang="en-US"/>
          </a:p>
        </p:txBody>
      </p:sp>
      <p:sp>
        <p:nvSpPr>
          <p:cNvPr id="5" name="Footer Placeholder 4">
            <a:extLst>
              <a:ext uri="{FF2B5EF4-FFF2-40B4-BE49-F238E27FC236}">
                <a16:creationId xmlns:a16="http://schemas.microsoft.com/office/drawing/2014/main" id="{A9273E28-C341-49CC-BAAB-0C0D198212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26D54A-8E86-4026-8DD0-5B0979BB8C78}"/>
              </a:ext>
            </a:extLst>
          </p:cNvPr>
          <p:cNvSpPr>
            <a:spLocks noGrp="1"/>
          </p:cNvSpPr>
          <p:nvPr>
            <p:ph type="sldNum" sz="quarter" idx="12"/>
          </p:nvPr>
        </p:nvSpPr>
        <p:spPr/>
        <p:txBody>
          <a:bodyPr/>
          <a:lstStyle/>
          <a:p>
            <a:fld id="{5EEB83C2-341F-4C28-A243-1C56DDDA54D3}" type="slidenum">
              <a:rPr lang="en-US" smtClean="0"/>
              <a:t>‹nº›</a:t>
            </a:fld>
            <a:endParaRPr lang="en-US"/>
          </a:p>
        </p:txBody>
      </p:sp>
      <p:cxnSp>
        <p:nvCxnSpPr>
          <p:cNvPr id="7" name="Straight Connector 6">
            <a:extLst>
              <a:ext uri="{FF2B5EF4-FFF2-40B4-BE49-F238E27FC236}">
                <a16:creationId xmlns:a16="http://schemas.microsoft.com/office/drawing/2014/main" id="{1CB05DA4-DF32-4D7A-9E4D-36309C90C5BB}"/>
              </a:ext>
            </a:extLst>
          </p:cNvPr>
          <p:cNvCxnSpPr>
            <a:cxnSpLocks/>
          </p:cNvCxnSpPr>
          <p:nvPr/>
        </p:nvCxnSpPr>
        <p:spPr>
          <a:xfrm flipH="1">
            <a:off x="566094" y="577110"/>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D7CC7262-4997-41E4-976D-BA82E148280F}"/>
              </a:ext>
            </a:extLst>
          </p:cNvPr>
          <p:cNvCxnSpPr>
            <a:cxnSpLocks/>
          </p:cNvCxnSpPr>
          <p:nvPr/>
        </p:nvCxnSpPr>
        <p:spPr>
          <a:xfrm flipV="1">
            <a:off x="8875226" y="571500"/>
            <a:ext cx="0" cy="571149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6F5063B5-E478-4C41-AD40-49A39AE07429}"/>
              </a:ext>
            </a:extLst>
          </p:cNvPr>
          <p:cNvCxnSpPr>
            <a:cxnSpLocks/>
          </p:cNvCxnSpPr>
          <p:nvPr/>
        </p:nvCxnSpPr>
        <p:spPr>
          <a:xfrm flipH="1">
            <a:off x="577485" y="6283518"/>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784122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9E1467D-9ED1-4211-A71E-41C91C755C9D}"/>
              </a:ext>
            </a:extLst>
          </p:cNvPr>
          <p:cNvSpPr>
            <a:spLocks noGrp="1"/>
          </p:cNvSpPr>
          <p:nvPr>
            <p:ph type="title"/>
          </p:nvPr>
        </p:nvSpPr>
        <p:spPr>
          <a:xfrm>
            <a:off x="571500" y="689289"/>
            <a:ext cx="11049000" cy="108410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1F8A6A1-C9C7-4FDF-B4DA-1E86B6A355F8}"/>
              </a:ext>
            </a:extLst>
          </p:cNvPr>
          <p:cNvSpPr>
            <a:spLocks noGrp="1"/>
          </p:cNvSpPr>
          <p:nvPr>
            <p:ph type="body" idx="1"/>
          </p:nvPr>
        </p:nvSpPr>
        <p:spPr>
          <a:xfrm>
            <a:off x="571499" y="2075688"/>
            <a:ext cx="11059811" cy="381808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AACC44A-C635-4CD0-90E9-D9503AF4CCF2}"/>
              </a:ext>
            </a:extLst>
          </p:cNvPr>
          <p:cNvSpPr>
            <a:spLocks noGrp="1"/>
          </p:cNvSpPr>
          <p:nvPr>
            <p:ph type="dt" sz="half" idx="2"/>
          </p:nvPr>
        </p:nvSpPr>
        <p:spPr>
          <a:xfrm>
            <a:off x="8036732" y="6397103"/>
            <a:ext cx="3091928" cy="365125"/>
          </a:xfrm>
          <a:prstGeom prst="rect">
            <a:avLst/>
          </a:prstGeom>
        </p:spPr>
        <p:txBody>
          <a:bodyPr vert="horz" lIns="91440" tIns="45720" rIns="91440" bIns="45720" rtlCol="0" anchor="ctr"/>
          <a:lstStyle>
            <a:lvl1pPr algn="r">
              <a:defRPr sz="800" cap="all" spc="200" baseline="0">
                <a:solidFill>
                  <a:schemeClr val="tx1"/>
                </a:solidFill>
              </a:defRPr>
            </a:lvl1pPr>
          </a:lstStyle>
          <a:p>
            <a:fld id="{1C8322F6-1C60-46CF-968C-BC20E470F443}" type="datetimeFigureOut">
              <a:rPr lang="en-US" smtClean="0"/>
              <a:t>5/8/2024</a:t>
            </a:fld>
            <a:endParaRPr lang="en-US"/>
          </a:p>
        </p:txBody>
      </p:sp>
      <p:sp>
        <p:nvSpPr>
          <p:cNvPr id="5" name="Footer Placeholder 4">
            <a:extLst>
              <a:ext uri="{FF2B5EF4-FFF2-40B4-BE49-F238E27FC236}">
                <a16:creationId xmlns:a16="http://schemas.microsoft.com/office/drawing/2014/main" id="{58ABF682-1A47-492C-81E3-9DB0A50ECB1F}"/>
              </a:ext>
            </a:extLst>
          </p:cNvPr>
          <p:cNvSpPr>
            <a:spLocks noGrp="1"/>
          </p:cNvSpPr>
          <p:nvPr>
            <p:ph type="ftr" sz="quarter" idx="3"/>
          </p:nvPr>
        </p:nvSpPr>
        <p:spPr>
          <a:xfrm>
            <a:off x="475782" y="6397103"/>
            <a:ext cx="4114800" cy="365125"/>
          </a:xfrm>
          <a:prstGeom prst="rect">
            <a:avLst/>
          </a:prstGeom>
        </p:spPr>
        <p:txBody>
          <a:bodyPr vert="horz" lIns="91440" tIns="45720" rIns="91440" bIns="45720" rtlCol="0" anchor="ctr"/>
          <a:lstStyle>
            <a:lvl1pPr algn="l">
              <a:defRPr sz="800" cap="all" spc="200" baseline="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6CCC814B-9105-44ED-98A9-D326B2E2605C}"/>
              </a:ext>
            </a:extLst>
          </p:cNvPr>
          <p:cNvSpPr>
            <a:spLocks noGrp="1"/>
          </p:cNvSpPr>
          <p:nvPr>
            <p:ph type="sldNum" sz="quarter" idx="4"/>
          </p:nvPr>
        </p:nvSpPr>
        <p:spPr>
          <a:xfrm>
            <a:off x="11024553" y="6397103"/>
            <a:ext cx="700775" cy="365125"/>
          </a:xfrm>
          <a:prstGeom prst="rect">
            <a:avLst/>
          </a:prstGeom>
        </p:spPr>
        <p:txBody>
          <a:bodyPr vert="horz" lIns="91440" tIns="45720" rIns="91440" bIns="45720" rtlCol="0" anchor="ctr"/>
          <a:lstStyle>
            <a:lvl1pPr algn="r">
              <a:defRPr sz="800">
                <a:solidFill>
                  <a:schemeClr val="tx1"/>
                </a:solidFill>
              </a:defRPr>
            </a:lvl1pPr>
          </a:lstStyle>
          <a:p>
            <a:fld id="{5EEB83C2-341F-4C28-A243-1C56DDDA54D3}" type="slidenum">
              <a:rPr lang="en-US" smtClean="0"/>
              <a:t>‹nº›</a:t>
            </a:fld>
            <a:endParaRPr lang="en-US"/>
          </a:p>
        </p:txBody>
      </p:sp>
      <p:cxnSp>
        <p:nvCxnSpPr>
          <p:cNvPr id="20" name="Straight Connector 19">
            <a:extLst>
              <a:ext uri="{FF2B5EF4-FFF2-40B4-BE49-F238E27FC236}">
                <a16:creationId xmlns:a16="http://schemas.microsoft.com/office/drawing/2014/main" id="{A6814345-41DE-42C5-8657-66C1417DF81A}"/>
              </a:ext>
            </a:extLst>
          </p:cNvPr>
          <p:cNvCxnSpPr>
            <a:cxnSpLocks/>
          </p:cNvCxnSpPr>
          <p:nvPr/>
        </p:nvCxnSpPr>
        <p:spPr>
          <a:xfrm flipH="1">
            <a:off x="566094" y="6286347"/>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7E68E419-3727-4F5E-8840-AF149B33B0B7}"/>
              </a:ext>
            </a:extLst>
          </p:cNvPr>
          <p:cNvCxnSpPr>
            <a:cxnSpLocks/>
          </p:cNvCxnSpPr>
          <p:nvPr/>
        </p:nvCxnSpPr>
        <p:spPr>
          <a:xfrm flipH="1">
            <a:off x="577485" y="1883336"/>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519B6EC-D7AE-452F-8D0C-D11BD3377F3E}"/>
              </a:ext>
            </a:extLst>
          </p:cNvPr>
          <p:cNvCxnSpPr>
            <a:cxnSpLocks/>
          </p:cNvCxnSpPr>
          <p:nvPr/>
        </p:nvCxnSpPr>
        <p:spPr>
          <a:xfrm flipH="1">
            <a:off x="577485" y="571500"/>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29662319"/>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2" r:id="rId6"/>
    <p:sldLayoutId id="2147483688" r:id="rId7"/>
    <p:sldLayoutId id="2147483689" r:id="rId8"/>
    <p:sldLayoutId id="2147483690" r:id="rId9"/>
    <p:sldLayoutId id="2147483691" r:id="rId10"/>
    <p:sldLayoutId id="2147483693" r:id="rId11"/>
  </p:sldLayoutIdLst>
  <p:txStyles>
    <p:titleStyle>
      <a:lvl1pPr algn="l" defTabSz="914400" rtl="0" eaLnBrk="1" latinLnBrk="0" hangingPunct="1">
        <a:lnSpc>
          <a:spcPct val="90000"/>
        </a:lnSpc>
        <a:spcBef>
          <a:spcPct val="0"/>
        </a:spcBef>
        <a:buNone/>
        <a:defRPr sz="4000" kern="1200" spc="-100" baseline="0">
          <a:solidFill>
            <a:schemeClr val="tx1"/>
          </a:solidFill>
          <a:latin typeface="Batang" panose="02030600000101010101" pitchFamily="18" charset="-127"/>
          <a:ea typeface="Batang" panose="02030600000101010101" pitchFamily="18" charset="-127"/>
          <a:cs typeface="+mj-cs"/>
        </a:defRPr>
      </a:lvl1pPr>
    </p:titleStyle>
    <p:bodyStyle>
      <a:lvl1pPr marL="228600" indent="-228600" algn="l" defTabSz="914400" rtl="0" eaLnBrk="1" latinLnBrk="0" hangingPunct="1">
        <a:lnSpc>
          <a:spcPct val="120000"/>
        </a:lnSpc>
        <a:spcBef>
          <a:spcPts val="1000"/>
        </a:spcBef>
        <a:buSzPct val="80000"/>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SzPct val="80000"/>
        <a:buFont typeface="Avenir Next LT Pro Light" panose="020B03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0000"/>
        <a:buFont typeface="Arial" panose="020B0604020202020204" pitchFamily="34" charset="0"/>
        <a:buChar char="•"/>
        <a:defRPr sz="1600" kern="1200">
          <a:solidFill>
            <a:schemeClr val="tx1"/>
          </a:solidFill>
          <a:latin typeface="+mn-lt"/>
          <a:ea typeface="+mn-ea"/>
          <a:cs typeface="+mn-cs"/>
        </a:defRPr>
      </a:lvl3pPr>
      <a:lvl4pPr marL="1005840" indent="-228600" algn="l" defTabSz="914400" rtl="0" eaLnBrk="1" latinLnBrk="0" hangingPunct="1">
        <a:lnSpc>
          <a:spcPct val="120000"/>
        </a:lnSpc>
        <a:spcBef>
          <a:spcPts val="500"/>
        </a:spcBef>
        <a:buSzPct val="80000"/>
        <a:buFont typeface="Avenir Next LT Pro Light" panose="020B0304020202020204" pitchFamily="34" charset="0"/>
        <a:buChar char="–"/>
        <a:defRPr sz="1400" kern="1200">
          <a:solidFill>
            <a:schemeClr val="tx1"/>
          </a:solidFill>
          <a:latin typeface="+mn-lt"/>
          <a:ea typeface="+mn-ea"/>
          <a:cs typeface="+mn-cs"/>
        </a:defRPr>
      </a:lvl4pPr>
      <a:lvl5pPr marL="1280160" indent="-228600" algn="l" defTabSz="914400" rtl="0" eaLnBrk="1" latinLnBrk="0" hangingPunct="1">
        <a:lnSpc>
          <a:spcPct val="120000"/>
        </a:lnSpc>
        <a:spcBef>
          <a:spcPts val="500"/>
        </a:spcBef>
        <a:buSzPct val="80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52.207.128.82:1337"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hyperlink" Target="mailto:marcelocardozo@gmail.com"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3C95BF9-2BBD-4260-A118-8F51580360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ctrTitle"/>
          </p:nvPr>
        </p:nvSpPr>
        <p:spPr>
          <a:xfrm>
            <a:off x="521207" y="886968"/>
            <a:ext cx="7213093" cy="3866029"/>
          </a:xfrm>
        </p:spPr>
        <p:txBody>
          <a:bodyPr>
            <a:normAutofit/>
          </a:bodyPr>
          <a:lstStyle/>
          <a:p>
            <a:r>
              <a:rPr lang="de-DE" sz="6000" dirty="0" err="1">
                <a:latin typeface="Batang"/>
                <a:ea typeface="Batang"/>
              </a:rPr>
              <a:t>Desafio</a:t>
            </a:r>
            <a:r>
              <a:rPr lang="de-DE" sz="6000" dirty="0">
                <a:latin typeface="Batang"/>
                <a:ea typeface="Batang"/>
              </a:rPr>
              <a:t> ML</a:t>
            </a:r>
            <a:endParaRPr lang="de-DE" sz="6000" dirty="0"/>
          </a:p>
        </p:txBody>
      </p:sp>
      <p:sp>
        <p:nvSpPr>
          <p:cNvPr id="3" name="Subtítulo 2"/>
          <p:cNvSpPr>
            <a:spLocks noGrp="1"/>
          </p:cNvSpPr>
          <p:nvPr>
            <p:ph type="subTitle" idx="1"/>
          </p:nvPr>
        </p:nvSpPr>
        <p:spPr>
          <a:xfrm>
            <a:off x="7734300" y="4450622"/>
            <a:ext cx="3975397" cy="1461144"/>
          </a:xfrm>
        </p:spPr>
        <p:txBody>
          <a:bodyPr anchor="b">
            <a:normAutofit/>
          </a:bodyPr>
          <a:lstStyle/>
          <a:p>
            <a:pPr algn="r"/>
            <a:r>
              <a:rPr lang="de-DE" dirty="0" err="1"/>
              <a:t>Gestão</a:t>
            </a:r>
            <a:r>
              <a:rPr lang="de-DE" dirty="0"/>
              <a:t> de </a:t>
            </a:r>
            <a:r>
              <a:rPr lang="de-DE" dirty="0" err="1"/>
              <a:t>tráfego</a:t>
            </a:r>
          </a:p>
        </p:txBody>
      </p:sp>
      <p:cxnSp>
        <p:nvCxnSpPr>
          <p:cNvPr id="10" name="Straight Connector 9">
            <a:extLst>
              <a:ext uri="{FF2B5EF4-FFF2-40B4-BE49-F238E27FC236}">
                <a16:creationId xmlns:a16="http://schemas.microsoft.com/office/drawing/2014/main" id="{7FA398C7-3FA4-4D8D-8392-B6CD2F434D5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71500" y="571500"/>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7D19053-F48D-4B66-AF7B-A06FA6D26E0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75529" y="6287281"/>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108665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DABD26A-F2C4-22E1-E4DB-91ABACDD13AD}"/>
              </a:ext>
            </a:extLst>
          </p:cNvPr>
          <p:cNvSpPr>
            <a:spLocks noGrp="1"/>
          </p:cNvSpPr>
          <p:nvPr>
            <p:ph type="title"/>
          </p:nvPr>
        </p:nvSpPr>
        <p:spPr/>
        <p:txBody>
          <a:bodyPr/>
          <a:lstStyle/>
          <a:p>
            <a:r>
              <a:rPr lang="pt-BR" dirty="0">
                <a:latin typeface="Batang"/>
                <a:ea typeface="Batang"/>
              </a:rPr>
              <a:t>Definição do Problema</a:t>
            </a:r>
            <a:endParaRPr lang="pt-BR" dirty="0"/>
          </a:p>
        </p:txBody>
      </p:sp>
      <p:sp>
        <p:nvSpPr>
          <p:cNvPr id="3" name="Espaço Reservado para Conteúdo 2">
            <a:extLst>
              <a:ext uri="{FF2B5EF4-FFF2-40B4-BE49-F238E27FC236}">
                <a16:creationId xmlns:a16="http://schemas.microsoft.com/office/drawing/2014/main" id="{1C878490-7CC6-2A85-E4AE-5D231CAF25E8}"/>
              </a:ext>
            </a:extLst>
          </p:cNvPr>
          <p:cNvSpPr>
            <a:spLocks noGrp="1"/>
          </p:cNvSpPr>
          <p:nvPr>
            <p:ph idx="1"/>
          </p:nvPr>
        </p:nvSpPr>
        <p:spPr>
          <a:xfrm>
            <a:off x="571499" y="2075688"/>
            <a:ext cx="11048088" cy="4086833"/>
          </a:xfrm>
        </p:spPr>
        <p:txBody>
          <a:bodyPr vert="horz" lIns="91440" tIns="45720" rIns="91440" bIns="45720" rtlCol="0" anchor="t">
            <a:normAutofit fontScale="92500" lnSpcReduction="20000"/>
          </a:bodyPr>
          <a:lstStyle/>
          <a:p>
            <a:pPr marL="342900" indent="-342900" algn="just">
              <a:buFont typeface="Calibri" panose="020B0604020202020204" pitchFamily="34" charset="0"/>
              <a:buChar char="-"/>
            </a:pPr>
            <a:r>
              <a:rPr lang="pt-BR" dirty="0">
                <a:ea typeface="+mn-lt"/>
                <a:cs typeface="+mn-lt"/>
              </a:rPr>
              <a:t>A API de itens é responsável por manter as principais informações dos itens do Mercado. Um item representa um artigo ou um classificado (veículos, imóveis ou serviços) dentro do mercado </a:t>
            </a:r>
            <a:r>
              <a:rPr lang="pt-BR" dirty="0" err="1">
                <a:ea typeface="+mn-lt"/>
                <a:cs typeface="+mn-lt"/>
              </a:rPr>
              <a:t>Mercado</a:t>
            </a:r>
            <a:r>
              <a:rPr lang="pt-BR" dirty="0">
                <a:ea typeface="+mn-lt"/>
                <a:cs typeface="+mn-lt"/>
              </a:rPr>
              <a:t> Livre.</a:t>
            </a:r>
          </a:p>
          <a:p>
            <a:pPr marL="342900" indent="-342900" algn="just">
              <a:buFont typeface="Calibri" panose="020B0604020202020204" pitchFamily="34" charset="0"/>
              <a:buChar char="-"/>
            </a:pPr>
            <a:r>
              <a:rPr lang="pt-BR" dirty="0">
                <a:ea typeface="+mn-lt"/>
                <a:cs typeface="+mn-lt"/>
              </a:rPr>
              <a:t>As equipes consultam informações de itens para avaliar e executar regras de negócios de acordo com as informações fornecidas pelos itens. Esta API é crítica para o funcionamento de muitos micro serviços internos do Mercado Gratuito e por isso estão trabalhando em uma série de melhorias para sua disponibilização.</a:t>
            </a:r>
            <a:endParaRPr lang="pt-BR" dirty="0"/>
          </a:p>
          <a:p>
            <a:pPr marL="342900" indent="-342900" algn="just">
              <a:buFont typeface="Calibri" panose="020B0604020202020204" pitchFamily="34" charset="0"/>
              <a:buChar char="-"/>
            </a:pPr>
            <a:r>
              <a:rPr lang="pt-BR" dirty="0">
                <a:ea typeface="+mn-lt"/>
                <a:cs typeface="+mn-lt"/>
              </a:rPr>
              <a:t>Atualmente essa API recebe o tráfego total de todos os sites do Mercado Livre em um único ambiente, isso significa que recebe tráfego dos sites da Argentina, Brasil, Colômbia, México, etc. Além disso, essa API não possui mecanismos de gerenciamento de tráfego, o que significa que quando há picos de tráfego não há </a:t>
            </a:r>
            <a:r>
              <a:rPr lang="pt-BR">
                <a:ea typeface="+mn-lt"/>
                <a:cs typeface="+mn-lt"/>
              </a:rPr>
              <a:t>ferramentas que nos permitem gerenciar essas explosões de forma inteligente.</a:t>
            </a:r>
            <a:endParaRPr lang="pt-BR"/>
          </a:p>
          <a:p>
            <a:pPr algn="just">
              <a:buFont typeface="Calibri" panose="020B0604020202020204" pitchFamily="34" charset="0"/>
              <a:buChar char="-"/>
            </a:pPr>
            <a:endParaRPr lang="pt-BR" dirty="0"/>
          </a:p>
        </p:txBody>
      </p:sp>
    </p:spTree>
    <p:extLst>
      <p:ext uri="{BB962C8B-B14F-4D97-AF65-F5344CB8AC3E}">
        <p14:creationId xmlns:p14="http://schemas.microsoft.com/office/powerpoint/2010/main" val="5275490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1FFF01D-B6A3-0ED5-3DE6-D21308E3DAAB}"/>
              </a:ext>
            </a:extLst>
          </p:cNvPr>
          <p:cNvSpPr>
            <a:spLocks noGrp="1"/>
          </p:cNvSpPr>
          <p:nvPr>
            <p:ph type="title"/>
          </p:nvPr>
        </p:nvSpPr>
        <p:spPr/>
        <p:txBody>
          <a:bodyPr/>
          <a:lstStyle/>
          <a:p>
            <a:r>
              <a:rPr lang="pt-BR" dirty="0">
                <a:latin typeface="Batang"/>
                <a:ea typeface="Batang"/>
              </a:rPr>
              <a:t>Desafio</a:t>
            </a:r>
            <a:endParaRPr lang="pt-BR" dirty="0"/>
          </a:p>
        </p:txBody>
      </p:sp>
      <p:sp>
        <p:nvSpPr>
          <p:cNvPr id="3" name="Espaço Reservado para Conteúdo 2">
            <a:extLst>
              <a:ext uri="{FF2B5EF4-FFF2-40B4-BE49-F238E27FC236}">
                <a16:creationId xmlns:a16="http://schemas.microsoft.com/office/drawing/2014/main" id="{9C3BA0BA-E6FD-83BD-B282-5F0683ED68DA}"/>
              </a:ext>
            </a:extLst>
          </p:cNvPr>
          <p:cNvSpPr>
            <a:spLocks noGrp="1"/>
          </p:cNvSpPr>
          <p:nvPr>
            <p:ph idx="1"/>
          </p:nvPr>
        </p:nvSpPr>
        <p:spPr/>
        <p:txBody>
          <a:bodyPr vert="horz" lIns="91440" tIns="45720" rIns="91440" bIns="45720" rtlCol="0" anchor="t">
            <a:normAutofit/>
          </a:bodyPr>
          <a:lstStyle/>
          <a:p>
            <a:pPr algn="just"/>
            <a:r>
              <a:rPr lang="pt-BR" b="1" dirty="0">
                <a:ea typeface="+mn-lt"/>
                <a:cs typeface="+mn-lt"/>
              </a:rPr>
              <a:t>Desafio 1: Fragmentação de Tráfego</a:t>
            </a:r>
            <a:endParaRPr lang="pt-BR" dirty="0"/>
          </a:p>
          <a:p>
            <a:pPr lvl="1" algn="just">
              <a:buFont typeface="Courier New" panose="020B0604020202020204" pitchFamily="34" charset="0"/>
              <a:buChar char="o"/>
            </a:pPr>
            <a:r>
              <a:rPr lang="pt-BR" sz="1400" dirty="0">
                <a:ea typeface="+mn-lt"/>
                <a:cs typeface="+mn-lt"/>
              </a:rPr>
              <a:t>Implementar um mecanismo de gerenciamento de tráfego que permita o roteamento do tráfego baseado em um cabeçalho http '</a:t>
            </a:r>
            <a:r>
              <a:rPr lang="pt-BR" sz="1400" dirty="0" err="1">
                <a:ea typeface="+mn-lt"/>
                <a:cs typeface="+mn-lt"/>
              </a:rPr>
              <a:t>site_id</a:t>
            </a:r>
            <a:r>
              <a:rPr lang="pt-BR" sz="1400" dirty="0">
                <a:ea typeface="+mn-lt"/>
                <a:cs typeface="+mn-lt"/>
              </a:rPr>
              <a:t>'. A intenção é que de acordo com o valor do cabeçalho o tráfego é atribuído ao ambiente correspondente;</a:t>
            </a:r>
            <a:endParaRPr lang="pt-BR" sz="1400"/>
          </a:p>
          <a:p>
            <a:pPr algn="just"/>
            <a:r>
              <a:rPr lang="pt-BR" b="1" dirty="0">
                <a:ea typeface="+mn-lt"/>
                <a:cs typeface="+mn-lt"/>
              </a:rPr>
              <a:t>Desafio 2: Limitação de Tráfego</a:t>
            </a:r>
            <a:endParaRPr lang="pt-BR" dirty="0"/>
          </a:p>
          <a:p>
            <a:pPr lvl="1" algn="just">
              <a:buFont typeface="Courier New" panose="020B0604020202020204" pitchFamily="34" charset="0"/>
              <a:buChar char="o"/>
            </a:pPr>
            <a:r>
              <a:rPr lang="pt-BR" sz="1400" dirty="0">
                <a:ea typeface="+mn-lt"/>
                <a:cs typeface="+mn-lt"/>
              </a:rPr>
              <a:t>Implementar um mecanismo de limite de taxa de tráfego responsável por limitar o solicitações para quando a mesma origem gera mais de 1000 solicitações por minuto;</a:t>
            </a:r>
            <a:endParaRPr lang="pt-BR" sz="1400"/>
          </a:p>
          <a:p>
            <a:pPr algn="just"/>
            <a:r>
              <a:rPr lang="pt-BR" b="1" dirty="0">
                <a:ea typeface="+mn-lt"/>
                <a:cs typeface="+mn-lt"/>
              </a:rPr>
              <a:t>Desafio 3: Monitoramento</a:t>
            </a:r>
            <a:endParaRPr lang="pt-BR" dirty="0"/>
          </a:p>
          <a:p>
            <a:pPr lvl="1" algn="just">
              <a:buFont typeface="Courier New" panose="020B0604020202020204" pitchFamily="34" charset="0"/>
              <a:buChar char="o"/>
            </a:pPr>
            <a:r>
              <a:rPr lang="pt-BR" sz="1400" dirty="0">
                <a:ea typeface="+mn-lt"/>
                <a:cs typeface="+mn-lt"/>
              </a:rPr>
              <a:t>Implementar uma API e um sistema de coleta e visualização de dados de fluxo de tráfego;</a:t>
            </a:r>
            <a:endParaRPr lang="pt-BR" sz="1400" dirty="0"/>
          </a:p>
          <a:p>
            <a:pPr lvl="1" algn="just">
              <a:buFont typeface="Courier New" panose="020B0604020202020204" pitchFamily="34" charset="0"/>
              <a:buChar char="o"/>
            </a:pPr>
            <a:r>
              <a:rPr lang="pt-BR" sz="1400" dirty="0">
                <a:ea typeface="+mn-lt"/>
                <a:cs typeface="+mn-lt"/>
              </a:rPr>
              <a:t>Crie visualizações que permitam responder perguntas sobre o status de integridade do aplicativo, experiência do usuário e mecanismos de feedback fragmentação e limitação de tráfego.</a:t>
            </a:r>
            <a:endParaRPr lang="pt-BR" sz="1400" dirty="0"/>
          </a:p>
          <a:p>
            <a:pPr lvl="1" algn="just">
              <a:buFont typeface="Courier New" panose="020B0604020202020204" pitchFamily="34" charset="0"/>
              <a:buChar char="o"/>
            </a:pPr>
            <a:r>
              <a:rPr lang="pt-BR" sz="1400" dirty="0">
                <a:ea typeface="+mn-lt"/>
                <a:cs typeface="+mn-lt"/>
              </a:rPr>
              <a:t>Propor a criação de alertas que permitam identificar potenciais problemas aos utilizadores consumidores de API de itens.</a:t>
            </a:r>
            <a:endParaRPr lang="pt-BR" sz="1400" dirty="0"/>
          </a:p>
          <a:p>
            <a:pPr lvl="1" algn="just">
              <a:buFont typeface="Courier New" panose="020B0604020202020204" pitchFamily="34" charset="0"/>
              <a:buChar char="o"/>
            </a:pPr>
            <a:endParaRPr lang="pt-BR" dirty="0"/>
          </a:p>
          <a:p>
            <a:pPr lvl="1" algn="just">
              <a:buFont typeface="Courier New" panose="020B0604020202020204" pitchFamily="34" charset="0"/>
              <a:buChar char="o"/>
            </a:pPr>
            <a:endParaRPr lang="pt-BR" b="1" dirty="0"/>
          </a:p>
          <a:p>
            <a:pPr algn="just"/>
            <a:endParaRPr lang="pt-BR" dirty="0"/>
          </a:p>
        </p:txBody>
      </p:sp>
    </p:spTree>
    <p:extLst>
      <p:ext uri="{BB962C8B-B14F-4D97-AF65-F5344CB8AC3E}">
        <p14:creationId xmlns:p14="http://schemas.microsoft.com/office/powerpoint/2010/main" val="14069503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BA54AEB-CE54-C5FC-6464-8A8667A04A55}"/>
              </a:ext>
            </a:extLst>
          </p:cNvPr>
          <p:cNvSpPr>
            <a:spLocks noGrp="1"/>
          </p:cNvSpPr>
          <p:nvPr>
            <p:ph type="title"/>
          </p:nvPr>
        </p:nvSpPr>
        <p:spPr/>
        <p:txBody>
          <a:bodyPr/>
          <a:lstStyle/>
          <a:p>
            <a:r>
              <a:rPr lang="pt-BR" dirty="0">
                <a:latin typeface="Batang"/>
                <a:ea typeface="Batang"/>
              </a:rPr>
              <a:t>Desafio 1 - Fragmentação de Tráfego</a:t>
            </a:r>
            <a:endParaRPr lang="pt-BR" dirty="0"/>
          </a:p>
        </p:txBody>
      </p:sp>
      <p:sp>
        <p:nvSpPr>
          <p:cNvPr id="3" name="Espaço Reservado para Conteúdo 2">
            <a:extLst>
              <a:ext uri="{FF2B5EF4-FFF2-40B4-BE49-F238E27FC236}">
                <a16:creationId xmlns:a16="http://schemas.microsoft.com/office/drawing/2014/main" id="{694A6051-8858-0EB1-3751-9A891F47D273}"/>
              </a:ext>
            </a:extLst>
          </p:cNvPr>
          <p:cNvSpPr>
            <a:spLocks noGrp="1"/>
          </p:cNvSpPr>
          <p:nvPr>
            <p:ph idx="1"/>
          </p:nvPr>
        </p:nvSpPr>
        <p:spPr/>
        <p:txBody>
          <a:bodyPr vert="horz" lIns="91440" tIns="45720" rIns="91440" bIns="45720" rtlCol="0" anchor="t">
            <a:normAutofit fontScale="92500" lnSpcReduction="20000"/>
          </a:bodyPr>
          <a:lstStyle/>
          <a:p>
            <a:pPr marL="457200" indent="-457200" algn="just">
              <a:buAutoNum type="arabicPeriod"/>
            </a:pPr>
            <a:r>
              <a:rPr lang="pt-BR" dirty="0"/>
              <a:t>Na primeira etapa do desafio foi desenvolvida uma API simples em node.js para os métodos http GET/POST. Aplicação foi ajustada para atender aos requisitos propostos.</a:t>
            </a:r>
          </a:p>
          <a:p>
            <a:pPr marL="685800" lvl="1" algn="just">
              <a:buFont typeface="Courier New" panose="020B0604020202020204" pitchFamily="34" charset="0"/>
              <a:buChar char="o"/>
            </a:pPr>
            <a:r>
              <a:rPr lang="pt-BR" dirty="0"/>
              <a:t>Tecnologias empregadas:</a:t>
            </a:r>
          </a:p>
          <a:p>
            <a:pPr marL="960120" lvl="2" algn="just">
              <a:buFont typeface="Wingdings" panose="020B0604020202020204" pitchFamily="34" charset="0"/>
              <a:buChar char="§"/>
            </a:pPr>
            <a:r>
              <a:rPr lang="pt-BR" dirty="0"/>
              <a:t>Node;</a:t>
            </a:r>
          </a:p>
          <a:p>
            <a:pPr marL="960120" lvl="2" algn="just">
              <a:buFont typeface="Wingdings" panose="020B0604020202020204" pitchFamily="34" charset="0"/>
              <a:buChar char="§"/>
            </a:pPr>
            <a:r>
              <a:rPr lang="pt-BR" dirty="0"/>
              <a:t>Docker;</a:t>
            </a:r>
          </a:p>
          <a:p>
            <a:pPr marL="960120" lvl="2" algn="just">
              <a:buFont typeface="Wingdings" panose="020B0604020202020204" pitchFamily="34" charset="0"/>
              <a:buChar char="§"/>
            </a:pPr>
            <a:r>
              <a:rPr lang="pt-BR" dirty="0" err="1"/>
              <a:t>Kubernetes</a:t>
            </a:r>
            <a:r>
              <a:rPr lang="pt-BR" dirty="0"/>
              <a:t>/EKS;</a:t>
            </a:r>
          </a:p>
          <a:p>
            <a:pPr marL="960120" lvl="2" algn="just">
              <a:buFont typeface="Wingdings" panose="020B0604020202020204" pitchFamily="34" charset="0"/>
              <a:buChar char="§"/>
            </a:pPr>
            <a:r>
              <a:rPr lang="pt-BR" dirty="0"/>
              <a:t>Base de dados RDS/</a:t>
            </a:r>
            <a:r>
              <a:rPr lang="pt-BR" dirty="0" err="1"/>
              <a:t>MySql</a:t>
            </a:r>
            <a:r>
              <a:rPr lang="pt-BR" dirty="0"/>
              <a:t>;</a:t>
            </a:r>
          </a:p>
          <a:p>
            <a:pPr marL="960120" lvl="2" algn="just">
              <a:buFont typeface="Wingdings" panose="020B0604020202020204" pitchFamily="34" charset="0"/>
              <a:buChar char="§"/>
            </a:pPr>
            <a:r>
              <a:rPr lang="pt-BR" dirty="0"/>
              <a:t>Serviços AWS;</a:t>
            </a:r>
          </a:p>
          <a:p>
            <a:pPr marL="960120" lvl="2" algn="just">
              <a:buFont typeface="Wingdings" panose="020B0604020202020204" pitchFamily="34" charset="0"/>
              <a:buChar char="§"/>
            </a:pPr>
            <a:r>
              <a:rPr lang="pt-BR" dirty="0" err="1"/>
              <a:t>Terraform</a:t>
            </a:r>
            <a:r>
              <a:rPr lang="pt-BR" dirty="0"/>
              <a:t>;</a:t>
            </a:r>
          </a:p>
          <a:p>
            <a:pPr marL="960120" lvl="2" algn="just">
              <a:buFont typeface="Wingdings" panose="020B0604020202020204" pitchFamily="34" charset="0"/>
              <a:buChar char="§"/>
            </a:pPr>
            <a:r>
              <a:rPr lang="pt-BR" dirty="0" err="1"/>
              <a:t>GItHub</a:t>
            </a:r>
            <a:r>
              <a:rPr lang="pt-BR" dirty="0"/>
              <a:t> </a:t>
            </a:r>
            <a:r>
              <a:rPr lang="pt-BR" dirty="0" err="1"/>
              <a:t>Actions</a:t>
            </a:r>
            <a:r>
              <a:rPr lang="pt-BR" dirty="0"/>
              <a:t>.</a:t>
            </a:r>
          </a:p>
          <a:p>
            <a:pPr marL="685800" lvl="1" algn="just">
              <a:buFont typeface="Courier New"/>
              <a:buChar char="o"/>
            </a:pPr>
            <a:endParaRPr lang="pt-BR" dirty="0"/>
          </a:p>
          <a:p>
            <a:pPr marL="0" indent="0" algn="just">
              <a:buNone/>
            </a:pPr>
            <a:r>
              <a:rPr lang="pt-BR" dirty="0"/>
              <a:t> </a:t>
            </a:r>
          </a:p>
        </p:txBody>
      </p:sp>
    </p:spTree>
    <p:extLst>
      <p:ext uri="{BB962C8B-B14F-4D97-AF65-F5344CB8AC3E}">
        <p14:creationId xmlns:p14="http://schemas.microsoft.com/office/powerpoint/2010/main" val="8886536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D3E7F2C-AA56-734C-9A44-EBDBE458CEE2}"/>
              </a:ext>
            </a:extLst>
          </p:cNvPr>
          <p:cNvSpPr>
            <a:spLocks noGrp="1"/>
          </p:cNvSpPr>
          <p:nvPr>
            <p:ph type="title"/>
          </p:nvPr>
        </p:nvSpPr>
        <p:spPr/>
        <p:txBody>
          <a:bodyPr/>
          <a:lstStyle/>
          <a:p>
            <a:r>
              <a:rPr lang="pt-BR" dirty="0">
                <a:latin typeface="Batang"/>
                <a:ea typeface="Batang"/>
              </a:rPr>
              <a:t>Desafio 1 - Fragmentação de Tráfego</a:t>
            </a:r>
            <a:endParaRPr lang="pt-BR" dirty="0"/>
          </a:p>
        </p:txBody>
      </p:sp>
      <p:sp>
        <p:nvSpPr>
          <p:cNvPr id="3" name="Espaço Reservado para Conteúdo 2">
            <a:extLst>
              <a:ext uri="{FF2B5EF4-FFF2-40B4-BE49-F238E27FC236}">
                <a16:creationId xmlns:a16="http://schemas.microsoft.com/office/drawing/2014/main" id="{70214EEB-AE33-3B24-D9D2-D7944ECAEA9C}"/>
              </a:ext>
            </a:extLst>
          </p:cNvPr>
          <p:cNvSpPr>
            <a:spLocks noGrp="1"/>
          </p:cNvSpPr>
          <p:nvPr>
            <p:ph idx="1"/>
          </p:nvPr>
        </p:nvSpPr>
        <p:spPr>
          <a:xfrm>
            <a:off x="572066" y="2075688"/>
            <a:ext cx="11047521" cy="4357787"/>
          </a:xfrm>
        </p:spPr>
        <p:txBody>
          <a:bodyPr vert="horz" lIns="91440" tIns="45720" rIns="91440" bIns="45720" rtlCol="0" anchor="t">
            <a:normAutofit fontScale="92500" lnSpcReduction="10000"/>
          </a:bodyPr>
          <a:lstStyle/>
          <a:p>
            <a:pPr lvl="1" algn="just">
              <a:buFont typeface="Courier New" panose="020B0604020202020204" pitchFamily="34" charset="0"/>
              <a:buChar char="o"/>
            </a:pPr>
            <a:r>
              <a:rPr lang="pt-BR" b="1" dirty="0"/>
              <a:t>Ambiente</a:t>
            </a:r>
          </a:p>
          <a:p>
            <a:pPr lvl="2" algn="just">
              <a:buFont typeface="Wingdings" panose="020B0604020202020204" pitchFamily="34" charset="0"/>
              <a:buChar char="§"/>
            </a:pPr>
            <a:r>
              <a:rPr lang="pt-BR" dirty="0"/>
              <a:t>O ambiente foi provisionado via </a:t>
            </a:r>
            <a:r>
              <a:rPr lang="pt-BR" dirty="0" err="1"/>
              <a:t>Terrraform</a:t>
            </a:r>
            <a:r>
              <a:rPr lang="pt-BR" dirty="0"/>
              <a:t> na nuvem pública da AWS;</a:t>
            </a:r>
          </a:p>
          <a:p>
            <a:pPr lvl="2" algn="just">
              <a:buFont typeface="Wingdings" panose="020B0604020202020204" pitchFamily="34" charset="0"/>
              <a:buChar char="§"/>
            </a:pPr>
            <a:r>
              <a:rPr lang="pt-BR" dirty="0"/>
              <a:t>Foi utilizado um cluster EKS provisionado em uma </a:t>
            </a:r>
            <a:r>
              <a:rPr lang="pt-BR" err="1"/>
              <a:t>subnet</a:t>
            </a:r>
            <a:r>
              <a:rPr lang="pt-BR" dirty="0"/>
              <a:t> privada, onde o acesso à internet é feito via NAT Gateway atrelado a uma </a:t>
            </a:r>
            <a:r>
              <a:rPr lang="pt-BR" err="1"/>
              <a:t>subnet</a:t>
            </a:r>
            <a:r>
              <a:rPr lang="pt-BR" dirty="0"/>
              <a:t> pública, ambas na mesma VPC;</a:t>
            </a:r>
          </a:p>
          <a:p>
            <a:pPr lvl="2" algn="just">
              <a:buFont typeface="Wingdings" panose="020B0604020202020204" pitchFamily="34" charset="0"/>
              <a:buChar char="§"/>
            </a:pPr>
            <a:r>
              <a:rPr lang="pt-BR" dirty="0"/>
              <a:t>Para a separação de ambientes foi utilizado o recurso de "</a:t>
            </a:r>
            <a:r>
              <a:rPr lang="pt-BR" err="1"/>
              <a:t>namespaces</a:t>
            </a:r>
            <a:r>
              <a:rPr lang="pt-BR" dirty="0"/>
              <a:t>" do </a:t>
            </a:r>
            <a:r>
              <a:rPr lang="pt-BR" err="1"/>
              <a:t>kubernetes</a:t>
            </a:r>
            <a:r>
              <a:rPr lang="pt-BR" dirty="0"/>
              <a:t> e bases separadas no banco de dados RDS;</a:t>
            </a:r>
          </a:p>
          <a:p>
            <a:pPr lvl="2" algn="just">
              <a:buFont typeface="Wingdings" panose="020B0604020202020204" pitchFamily="34" charset="0"/>
              <a:buChar char="§"/>
            </a:pPr>
            <a:r>
              <a:rPr lang="pt-BR" dirty="0"/>
              <a:t>A fragmentação do tráfego para cada ambiente e feita via ALB com "</a:t>
            </a:r>
            <a:r>
              <a:rPr lang="pt-BR" err="1"/>
              <a:t>rules</a:t>
            </a:r>
            <a:r>
              <a:rPr lang="pt-BR" dirty="0"/>
              <a:t>" e "target </a:t>
            </a:r>
            <a:r>
              <a:rPr lang="pt-BR" err="1"/>
              <a:t>groups</a:t>
            </a:r>
            <a:r>
              <a:rPr lang="pt-BR" dirty="0"/>
              <a:t>" de acordo com o header "</a:t>
            </a:r>
            <a:r>
              <a:rPr lang="pt-BR" err="1"/>
              <a:t>site_id</a:t>
            </a:r>
            <a:r>
              <a:rPr lang="pt-BR" dirty="0"/>
              <a:t>" enviado na solicitação.</a:t>
            </a:r>
          </a:p>
          <a:p>
            <a:pPr lvl="2" algn="just">
              <a:buFont typeface="Wingdings" panose="020B0604020202020204" pitchFamily="34" charset="0"/>
              <a:buChar char="§"/>
            </a:pPr>
            <a:endParaRPr lang="pt-BR" dirty="0"/>
          </a:p>
          <a:p>
            <a:pPr lvl="1" algn="just">
              <a:buFont typeface="Courier New" panose="020B0604020202020204" pitchFamily="34" charset="0"/>
              <a:buChar char="o"/>
            </a:pPr>
            <a:r>
              <a:rPr lang="pt-BR" b="1" dirty="0"/>
              <a:t>Alternativas</a:t>
            </a:r>
          </a:p>
          <a:p>
            <a:pPr lvl="2" algn="just">
              <a:buFont typeface="Wingdings" panose="020B0604020202020204" pitchFamily="34" charset="0"/>
              <a:buChar char="§"/>
            </a:pPr>
            <a:r>
              <a:rPr lang="pt-BR" dirty="0"/>
              <a:t>Para a separação de ambientes poderia ser utilizado outras estratégias como clusters separados, EC2/ASG, </a:t>
            </a:r>
            <a:r>
              <a:rPr lang="pt-BR" dirty="0" err="1"/>
              <a:t>VPCs</a:t>
            </a:r>
            <a:r>
              <a:rPr lang="pt-BR" dirty="0"/>
              <a:t>/</a:t>
            </a:r>
            <a:r>
              <a:rPr lang="pt-BR" dirty="0" err="1"/>
              <a:t>subnets</a:t>
            </a:r>
            <a:r>
              <a:rPr lang="pt-BR" dirty="0"/>
              <a:t>, </a:t>
            </a:r>
            <a:r>
              <a:rPr lang="pt-BR" dirty="0" err="1"/>
              <a:t>multi-accounts</a:t>
            </a:r>
            <a:r>
              <a:rPr lang="pt-BR" dirty="0"/>
              <a:t>, </a:t>
            </a:r>
            <a:r>
              <a:rPr lang="pt-BR" dirty="0" err="1"/>
              <a:t>etc</a:t>
            </a:r>
            <a:r>
              <a:rPr lang="pt-BR" dirty="0"/>
              <a:t>;</a:t>
            </a:r>
          </a:p>
          <a:p>
            <a:pPr lvl="2" algn="just">
              <a:buFont typeface="Wingdings" panose="020B0604020202020204" pitchFamily="34" charset="0"/>
              <a:buChar char="§"/>
            </a:pPr>
            <a:r>
              <a:rPr lang="pt-BR" dirty="0">
                <a:ea typeface="+mn-lt"/>
                <a:cs typeface="+mn-lt"/>
              </a:rPr>
              <a:t>A escolha pela separação via "</a:t>
            </a:r>
            <a:r>
              <a:rPr lang="pt-BR" dirty="0" err="1">
                <a:ea typeface="+mn-lt"/>
                <a:cs typeface="+mn-lt"/>
              </a:rPr>
              <a:t>namespaces</a:t>
            </a:r>
            <a:r>
              <a:rPr lang="pt-BR" dirty="0">
                <a:ea typeface="+mn-lt"/>
                <a:cs typeface="+mn-lt"/>
              </a:rPr>
              <a:t>" num único cluster visa a redução de custos, velocidade de implantação, redução de complexidade, atender à escalabilidade da aplicação.</a:t>
            </a:r>
          </a:p>
          <a:p>
            <a:pPr lvl="1" algn="just">
              <a:buFont typeface="Courier New" panose="020B0604020202020204" pitchFamily="34" charset="0"/>
              <a:buChar char="o"/>
            </a:pPr>
            <a:endParaRPr lang="pt-BR" sz="1800" dirty="0"/>
          </a:p>
          <a:p>
            <a:pPr marL="502920" lvl="2" indent="0" algn="just">
              <a:buNone/>
            </a:pPr>
            <a:endParaRPr lang="pt-BR" sz="1800" dirty="0"/>
          </a:p>
          <a:p>
            <a:pPr lvl="2" algn="just">
              <a:buFont typeface="Wingdings" panose="020B0604020202020204" pitchFamily="34" charset="0"/>
              <a:buChar char="§"/>
            </a:pPr>
            <a:endParaRPr lang="pt-BR" dirty="0"/>
          </a:p>
          <a:p>
            <a:pPr marL="502920" lvl="2" indent="0" algn="just">
              <a:buNone/>
            </a:pPr>
            <a:endParaRPr lang="pt-BR" dirty="0"/>
          </a:p>
          <a:p>
            <a:pPr marL="502920" lvl="2" indent="0" algn="just">
              <a:buNone/>
            </a:pPr>
            <a:endParaRPr lang="pt-BR" dirty="0"/>
          </a:p>
          <a:p>
            <a:pPr lvl="2" algn="just">
              <a:buFont typeface="Wingdings" panose="020B0604020202020204" pitchFamily="34" charset="0"/>
              <a:buChar char="§"/>
            </a:pPr>
            <a:endParaRPr lang="pt-BR" dirty="0"/>
          </a:p>
        </p:txBody>
      </p:sp>
    </p:spTree>
    <p:extLst>
      <p:ext uri="{BB962C8B-B14F-4D97-AF65-F5344CB8AC3E}">
        <p14:creationId xmlns:p14="http://schemas.microsoft.com/office/powerpoint/2010/main" val="14415733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E3FC3A2-25E2-2130-647C-725FE4B8F5C9}"/>
              </a:ext>
            </a:extLst>
          </p:cNvPr>
          <p:cNvSpPr>
            <a:spLocks noGrp="1"/>
          </p:cNvSpPr>
          <p:nvPr>
            <p:ph type="title"/>
          </p:nvPr>
        </p:nvSpPr>
        <p:spPr/>
        <p:txBody>
          <a:bodyPr/>
          <a:lstStyle/>
          <a:p>
            <a:r>
              <a:rPr lang="pt-BR" dirty="0">
                <a:latin typeface="Batang"/>
                <a:ea typeface="Batang"/>
              </a:rPr>
              <a:t>Desafio 1 - Fragmentação de Tráfego</a:t>
            </a:r>
            <a:endParaRPr lang="pt-BR" dirty="0"/>
          </a:p>
        </p:txBody>
      </p:sp>
      <p:sp>
        <p:nvSpPr>
          <p:cNvPr id="3" name="Espaço Reservado para Conteúdo 2">
            <a:extLst>
              <a:ext uri="{FF2B5EF4-FFF2-40B4-BE49-F238E27FC236}">
                <a16:creationId xmlns:a16="http://schemas.microsoft.com/office/drawing/2014/main" id="{B363A0EB-508A-2140-4A64-C94EBDBE421B}"/>
              </a:ext>
            </a:extLst>
          </p:cNvPr>
          <p:cNvSpPr>
            <a:spLocks noGrp="1"/>
          </p:cNvSpPr>
          <p:nvPr>
            <p:ph idx="1"/>
          </p:nvPr>
        </p:nvSpPr>
        <p:spPr/>
        <p:txBody>
          <a:bodyPr vert="horz" lIns="91440" tIns="45720" rIns="91440" bIns="45720" rtlCol="0" anchor="t">
            <a:normAutofit/>
          </a:bodyPr>
          <a:lstStyle/>
          <a:p>
            <a:pPr lvl="1" algn="just">
              <a:buFont typeface="Courier New,monospace" panose="020B0604020202020204" pitchFamily="34" charset="0"/>
              <a:buChar char="o"/>
            </a:pPr>
            <a:r>
              <a:rPr lang="pt-BR" sz="1700" b="1" dirty="0">
                <a:ea typeface="+mn-lt"/>
                <a:cs typeface="+mn-lt"/>
              </a:rPr>
              <a:t>Chamadas de teste (ALB)</a:t>
            </a:r>
          </a:p>
          <a:p>
            <a:pPr lvl="2" algn="just">
              <a:buFont typeface="Wingdings" panose="020B0604020202020204" pitchFamily="34" charset="0"/>
              <a:buChar char="q"/>
            </a:pPr>
            <a:r>
              <a:rPr lang="pt-BR" dirty="0">
                <a:ea typeface="+mn-lt"/>
                <a:cs typeface="+mn-lt"/>
              </a:rPr>
              <a:t>$ </a:t>
            </a:r>
            <a:r>
              <a:rPr lang="pt-BR" dirty="0" err="1">
                <a:ea typeface="+mn-lt"/>
                <a:cs typeface="+mn-lt"/>
              </a:rPr>
              <a:t>curl</a:t>
            </a:r>
            <a:r>
              <a:rPr lang="pt-BR" dirty="0">
                <a:ea typeface="+mn-lt"/>
                <a:cs typeface="+mn-lt"/>
              </a:rPr>
              <a:t> -H "</a:t>
            </a:r>
            <a:r>
              <a:rPr lang="pt-BR" dirty="0" err="1">
                <a:ea typeface="+mn-lt"/>
                <a:cs typeface="+mn-lt"/>
              </a:rPr>
              <a:t>site_id:mla</a:t>
            </a:r>
            <a:r>
              <a:rPr lang="pt-BR" dirty="0">
                <a:ea typeface="+mn-lt"/>
                <a:cs typeface="+mn-lt"/>
              </a:rPr>
              <a:t>" eks-alb-181558960.us-east-1.elb.amazonaws.com/api/itens</a:t>
            </a:r>
            <a:endParaRPr lang="pt-BR" b="1" dirty="0">
              <a:ea typeface="+mn-lt"/>
              <a:cs typeface="+mn-lt"/>
            </a:endParaRPr>
          </a:p>
          <a:p>
            <a:pPr lvl="2">
              <a:buFont typeface="Wingdings" panose="020B0604020202020204" pitchFamily="34" charset="0"/>
              <a:buChar char="q"/>
            </a:pPr>
            <a:r>
              <a:rPr lang="pt-BR" dirty="0">
                <a:ea typeface="+mn-lt"/>
                <a:cs typeface="+mn-lt"/>
              </a:rPr>
              <a:t>$ </a:t>
            </a:r>
            <a:r>
              <a:rPr lang="pt-BR" err="1">
                <a:ea typeface="+mn-lt"/>
                <a:cs typeface="+mn-lt"/>
              </a:rPr>
              <a:t>curl</a:t>
            </a:r>
            <a:r>
              <a:rPr lang="pt-BR" dirty="0">
                <a:ea typeface="+mn-lt"/>
                <a:cs typeface="+mn-lt"/>
              </a:rPr>
              <a:t> -X POST -H "</a:t>
            </a:r>
            <a:r>
              <a:rPr lang="pt-BR" err="1">
                <a:ea typeface="+mn-lt"/>
                <a:cs typeface="+mn-lt"/>
              </a:rPr>
              <a:t>Content-Type</a:t>
            </a:r>
            <a:r>
              <a:rPr lang="pt-BR" dirty="0">
                <a:ea typeface="+mn-lt"/>
                <a:cs typeface="+mn-lt"/>
              </a:rPr>
              <a:t>: </a:t>
            </a:r>
            <a:r>
              <a:rPr lang="pt-BR" err="1">
                <a:ea typeface="+mn-lt"/>
                <a:cs typeface="+mn-lt"/>
              </a:rPr>
              <a:t>application</a:t>
            </a:r>
            <a:r>
              <a:rPr lang="pt-BR" dirty="0">
                <a:ea typeface="+mn-lt"/>
                <a:cs typeface="+mn-lt"/>
              </a:rPr>
              <a:t>/</a:t>
            </a:r>
            <a:r>
              <a:rPr lang="pt-BR" err="1">
                <a:ea typeface="+mn-lt"/>
                <a:cs typeface="+mn-lt"/>
              </a:rPr>
              <a:t>json</a:t>
            </a:r>
            <a:r>
              <a:rPr lang="pt-BR" dirty="0">
                <a:ea typeface="+mn-lt"/>
                <a:cs typeface="+mn-lt"/>
              </a:rPr>
              <a:t>" -d '{"</a:t>
            </a:r>
            <a:r>
              <a:rPr lang="pt-BR" err="1">
                <a:ea typeface="+mn-lt"/>
                <a:cs typeface="+mn-lt"/>
              </a:rPr>
              <a:t>product</a:t>
            </a:r>
            <a:r>
              <a:rPr lang="pt-BR" dirty="0">
                <a:ea typeface="+mn-lt"/>
                <a:cs typeface="+mn-lt"/>
              </a:rPr>
              <a:t>": "moto", "</a:t>
            </a:r>
            <a:r>
              <a:rPr lang="pt-BR" err="1">
                <a:ea typeface="+mn-lt"/>
                <a:cs typeface="+mn-lt"/>
              </a:rPr>
              <a:t>name</a:t>
            </a:r>
            <a:r>
              <a:rPr lang="pt-BR" dirty="0">
                <a:ea typeface="+mn-lt"/>
                <a:cs typeface="+mn-lt"/>
              </a:rPr>
              <a:t>" : "Honda CG150", "</a:t>
            </a:r>
            <a:r>
              <a:rPr lang="pt-BR" err="1">
                <a:ea typeface="+mn-lt"/>
                <a:cs typeface="+mn-lt"/>
              </a:rPr>
              <a:t>category</a:t>
            </a:r>
            <a:r>
              <a:rPr lang="pt-BR" dirty="0">
                <a:ea typeface="+mn-lt"/>
                <a:cs typeface="+mn-lt"/>
              </a:rPr>
              <a:t>": "venda", "</a:t>
            </a:r>
            <a:r>
              <a:rPr lang="pt-BR" err="1">
                <a:ea typeface="+mn-lt"/>
                <a:cs typeface="+mn-lt"/>
              </a:rPr>
              <a:t>origin</a:t>
            </a:r>
            <a:r>
              <a:rPr lang="pt-BR" dirty="0">
                <a:ea typeface="+mn-lt"/>
                <a:cs typeface="+mn-lt"/>
              </a:rPr>
              <a:t>": "argentina"}' -H "</a:t>
            </a:r>
            <a:r>
              <a:rPr lang="pt-BR" err="1">
                <a:ea typeface="+mn-lt"/>
                <a:cs typeface="+mn-lt"/>
              </a:rPr>
              <a:t>site_id:mla</a:t>
            </a:r>
            <a:r>
              <a:rPr lang="pt-BR" dirty="0">
                <a:ea typeface="+mn-lt"/>
                <a:cs typeface="+mn-lt"/>
              </a:rPr>
              <a:t>" eks-alb-181558960.us-east-1.elb.amazonaws.com/api/itens</a:t>
            </a:r>
          </a:p>
          <a:p>
            <a:pPr marL="502920" lvl="2" indent="0" algn="just">
              <a:buNone/>
            </a:pPr>
            <a:endParaRPr lang="pt-BR" sz="1500" b="1" dirty="0">
              <a:ea typeface="+mn-lt"/>
              <a:cs typeface="+mn-lt"/>
            </a:endParaRPr>
          </a:p>
          <a:p>
            <a:pPr lvl="1" algn="just">
              <a:buFont typeface="Courier New,monospace" panose="020B0604020202020204" pitchFamily="34" charset="0"/>
              <a:buChar char="o"/>
            </a:pPr>
            <a:r>
              <a:rPr lang="pt-BR" sz="1700" b="1" dirty="0">
                <a:ea typeface="+mn-lt"/>
                <a:cs typeface="+mn-lt"/>
              </a:rPr>
              <a:t>Desenvolvimento</a:t>
            </a:r>
            <a:endParaRPr lang="en-US" sz="1700" b="1" dirty="0">
              <a:ea typeface="+mn-lt"/>
              <a:cs typeface="+mn-lt"/>
            </a:endParaRPr>
          </a:p>
          <a:p>
            <a:pPr lvl="2" algn="just">
              <a:buFont typeface="Wingdings" panose="020B0604020202020204" pitchFamily="34" charset="0"/>
              <a:buChar char="q"/>
            </a:pPr>
            <a:r>
              <a:rPr lang="pt-BR" sz="1500" dirty="0">
                <a:ea typeface="+mn-lt"/>
                <a:cs typeface="+mn-lt"/>
              </a:rPr>
              <a:t>A aplicação foi desenvolvida e testada localmente através de contêineres Docker/</a:t>
            </a:r>
            <a:r>
              <a:rPr lang="pt-BR" sz="1500" err="1">
                <a:ea typeface="+mn-lt"/>
                <a:cs typeface="+mn-lt"/>
              </a:rPr>
              <a:t>docker-compose</a:t>
            </a:r>
            <a:r>
              <a:rPr lang="pt-BR" sz="1500" dirty="0">
                <a:ea typeface="+mn-lt"/>
                <a:cs typeface="+mn-lt"/>
              </a:rPr>
              <a:t>;</a:t>
            </a:r>
          </a:p>
          <a:p>
            <a:pPr lvl="2" algn="just">
              <a:buFont typeface="Wingdings" panose="020B0604020202020204" pitchFamily="34" charset="0"/>
              <a:buChar char="q"/>
            </a:pPr>
            <a:r>
              <a:rPr lang="pt-BR" sz="1500" dirty="0"/>
              <a:t>A escolha da base de dados em MySQL e RDS se deu pela familiaridade maior com bases relacionais e o serviço da AWS, mas outras soluções poderiam ser empregadas.</a:t>
            </a:r>
          </a:p>
          <a:p>
            <a:pPr marL="502920" lvl="2" indent="0" algn="just">
              <a:buNone/>
            </a:pPr>
            <a:endParaRPr lang="pt-BR" sz="1700" b="1" dirty="0">
              <a:ea typeface="+mn-lt"/>
              <a:cs typeface="+mn-lt"/>
            </a:endParaRPr>
          </a:p>
          <a:p>
            <a:pPr lvl="2" algn="just">
              <a:buFont typeface="Wingdings" panose="020B0604020202020204" pitchFamily="34" charset="0"/>
              <a:buChar char="q"/>
            </a:pPr>
            <a:endParaRPr lang="pt-BR" sz="1500" dirty="0"/>
          </a:p>
        </p:txBody>
      </p:sp>
    </p:spTree>
    <p:extLst>
      <p:ext uri="{BB962C8B-B14F-4D97-AF65-F5344CB8AC3E}">
        <p14:creationId xmlns:p14="http://schemas.microsoft.com/office/powerpoint/2010/main" val="19397638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59DC3FC-9C00-984B-3C89-BFA8E51F92E6}"/>
              </a:ext>
            </a:extLst>
          </p:cNvPr>
          <p:cNvSpPr>
            <a:spLocks noGrp="1"/>
          </p:cNvSpPr>
          <p:nvPr>
            <p:ph type="title"/>
          </p:nvPr>
        </p:nvSpPr>
        <p:spPr>
          <a:xfrm>
            <a:off x="3492626" y="4613"/>
            <a:ext cx="5207883" cy="1088095"/>
          </a:xfrm>
        </p:spPr>
        <p:txBody>
          <a:bodyPr>
            <a:normAutofit/>
          </a:bodyPr>
          <a:lstStyle/>
          <a:p>
            <a:r>
              <a:rPr lang="pt-BR" dirty="0">
                <a:latin typeface="Batang"/>
                <a:ea typeface="Batang"/>
              </a:rPr>
              <a:t>Arquitetura – Etapa 1</a:t>
            </a:r>
            <a:endParaRPr lang="pt-BR" dirty="0"/>
          </a:p>
        </p:txBody>
      </p:sp>
      <p:pic>
        <p:nvPicPr>
          <p:cNvPr id="5" name="Imagem 4" descr="Diagrama&#10;&#10;Descrição gerada automaticamente">
            <a:extLst>
              <a:ext uri="{FF2B5EF4-FFF2-40B4-BE49-F238E27FC236}">
                <a16:creationId xmlns:a16="http://schemas.microsoft.com/office/drawing/2014/main" id="{B83863DD-39DE-74F3-6BDF-39308C0E39D9}"/>
              </a:ext>
            </a:extLst>
          </p:cNvPr>
          <p:cNvPicPr>
            <a:picLocks noChangeAspect="1"/>
          </p:cNvPicPr>
          <p:nvPr/>
        </p:nvPicPr>
        <p:blipFill>
          <a:blip r:embed="rId2"/>
          <a:stretch>
            <a:fillRect/>
          </a:stretch>
        </p:blipFill>
        <p:spPr>
          <a:xfrm>
            <a:off x="2192129" y="726831"/>
            <a:ext cx="7807742" cy="5392615"/>
          </a:xfrm>
          <a:prstGeom prst="rect">
            <a:avLst/>
          </a:prstGeom>
        </p:spPr>
      </p:pic>
    </p:spTree>
    <p:extLst>
      <p:ext uri="{BB962C8B-B14F-4D97-AF65-F5344CB8AC3E}">
        <p14:creationId xmlns:p14="http://schemas.microsoft.com/office/powerpoint/2010/main" val="29235357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3F87653-AD7A-9755-6C0F-34A81057541D}"/>
              </a:ext>
            </a:extLst>
          </p:cNvPr>
          <p:cNvSpPr>
            <a:spLocks noGrp="1"/>
          </p:cNvSpPr>
          <p:nvPr>
            <p:ph type="title"/>
          </p:nvPr>
        </p:nvSpPr>
        <p:spPr/>
        <p:txBody>
          <a:bodyPr/>
          <a:lstStyle/>
          <a:p>
            <a:r>
              <a:rPr lang="pt-BR" dirty="0">
                <a:latin typeface="Batang"/>
                <a:ea typeface="Batang"/>
              </a:rPr>
              <a:t>Desafio 2 - Limitação de Tráfego</a:t>
            </a:r>
            <a:endParaRPr lang="pt-BR" dirty="0"/>
          </a:p>
        </p:txBody>
      </p:sp>
      <p:sp>
        <p:nvSpPr>
          <p:cNvPr id="3" name="Espaço Reservado para Conteúdo 2">
            <a:extLst>
              <a:ext uri="{FF2B5EF4-FFF2-40B4-BE49-F238E27FC236}">
                <a16:creationId xmlns:a16="http://schemas.microsoft.com/office/drawing/2014/main" id="{AC709758-0618-3496-91D3-0DF0E4F97646}"/>
              </a:ext>
            </a:extLst>
          </p:cNvPr>
          <p:cNvSpPr>
            <a:spLocks noGrp="1"/>
          </p:cNvSpPr>
          <p:nvPr>
            <p:ph idx="1"/>
          </p:nvPr>
        </p:nvSpPr>
        <p:spPr/>
        <p:txBody>
          <a:bodyPr vert="horz" lIns="91440" tIns="45720" rIns="91440" bIns="45720" rtlCol="0" anchor="t">
            <a:normAutofit/>
          </a:bodyPr>
          <a:lstStyle/>
          <a:p>
            <a:pPr marL="0" indent="0" algn="just">
              <a:buNone/>
            </a:pPr>
            <a:r>
              <a:rPr lang="pt-BR" dirty="0"/>
              <a:t>2. Para a segunda parte do desafio, que é limitar o tráfego a 1000 </a:t>
            </a:r>
            <a:r>
              <a:rPr lang="pt-BR" err="1"/>
              <a:t>req</a:t>
            </a:r>
            <a:r>
              <a:rPr lang="pt-BR" dirty="0"/>
              <a:t>/s de acordo com a origem, foi implementado um API Gateway, dentre as várias soluções disponíveis foi escolhido o </a:t>
            </a:r>
            <a:r>
              <a:rPr lang="pt-BR" b="1" dirty="0"/>
              <a:t>Kong </a:t>
            </a:r>
            <a:r>
              <a:rPr lang="pt-BR" dirty="0"/>
              <a:t>pela robustez da ferramenta e facilidade na implementação, mas também é possível ter essa funcionalidade de restrição de tráfego em outras soluções de mercado dentre elas:</a:t>
            </a:r>
            <a:endParaRPr lang="pt-BR"/>
          </a:p>
          <a:p>
            <a:pPr lvl="1" algn="just">
              <a:buFont typeface="Courier New" panose="020B0604020202020204" pitchFamily="34" charset="0"/>
              <a:buChar char="o"/>
            </a:pPr>
            <a:r>
              <a:rPr lang="pt-BR" dirty="0" err="1"/>
              <a:t>Sensedia</a:t>
            </a:r>
            <a:endParaRPr lang="pt-BR"/>
          </a:p>
          <a:p>
            <a:pPr lvl="1" algn="just">
              <a:buFont typeface="Courier New" panose="020B0604020202020204" pitchFamily="34" charset="0"/>
              <a:buChar char="o"/>
            </a:pPr>
            <a:r>
              <a:rPr lang="pt-BR" dirty="0"/>
              <a:t>AWS Api Gateway</a:t>
            </a:r>
          </a:p>
          <a:p>
            <a:pPr lvl="1" algn="just">
              <a:buFont typeface="Courier New" panose="020B0604020202020204" pitchFamily="34" charset="0"/>
              <a:buChar char="o"/>
            </a:pPr>
            <a:r>
              <a:rPr lang="pt-BR" err="1"/>
              <a:t>KrakenD</a:t>
            </a:r>
            <a:endParaRPr lang="pt-BR" dirty="0" err="1"/>
          </a:p>
          <a:p>
            <a:pPr lvl="1" algn="just">
              <a:buFont typeface="Courier New" panose="020B0604020202020204" pitchFamily="34" charset="0"/>
              <a:buChar char="o"/>
            </a:pPr>
            <a:r>
              <a:rPr lang="pt-BR" dirty="0" err="1"/>
              <a:t>Apigee</a:t>
            </a:r>
            <a:r>
              <a:rPr lang="pt-BR" dirty="0"/>
              <a:t>  </a:t>
            </a:r>
          </a:p>
        </p:txBody>
      </p:sp>
    </p:spTree>
    <p:extLst>
      <p:ext uri="{BB962C8B-B14F-4D97-AF65-F5344CB8AC3E}">
        <p14:creationId xmlns:p14="http://schemas.microsoft.com/office/powerpoint/2010/main" val="34855676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EF07CEB-0BF0-BFED-F997-1038CAAA0508}"/>
              </a:ext>
            </a:extLst>
          </p:cNvPr>
          <p:cNvSpPr>
            <a:spLocks noGrp="1"/>
          </p:cNvSpPr>
          <p:nvPr>
            <p:ph type="title"/>
          </p:nvPr>
        </p:nvSpPr>
        <p:spPr/>
        <p:txBody>
          <a:bodyPr/>
          <a:lstStyle/>
          <a:p>
            <a:r>
              <a:rPr lang="pt-BR" dirty="0">
                <a:latin typeface="Batang"/>
                <a:ea typeface="Batang"/>
              </a:rPr>
              <a:t>Desafio 2 - Limitação de Tráfego</a:t>
            </a:r>
            <a:endParaRPr lang="pt-BR" dirty="0"/>
          </a:p>
        </p:txBody>
      </p:sp>
      <p:sp>
        <p:nvSpPr>
          <p:cNvPr id="3" name="Espaço Reservado para Conteúdo 2">
            <a:extLst>
              <a:ext uri="{FF2B5EF4-FFF2-40B4-BE49-F238E27FC236}">
                <a16:creationId xmlns:a16="http://schemas.microsoft.com/office/drawing/2014/main" id="{2ACF69AA-BB04-7458-98E1-8573C9300F26}"/>
              </a:ext>
            </a:extLst>
          </p:cNvPr>
          <p:cNvSpPr>
            <a:spLocks noGrp="1"/>
          </p:cNvSpPr>
          <p:nvPr>
            <p:ph idx="1"/>
          </p:nvPr>
        </p:nvSpPr>
        <p:spPr/>
        <p:txBody>
          <a:bodyPr vert="horz" lIns="91440" tIns="45720" rIns="91440" bIns="45720" rtlCol="0" anchor="t">
            <a:normAutofit/>
          </a:bodyPr>
          <a:lstStyle/>
          <a:p>
            <a:pPr lvl="1" algn="just">
              <a:buFont typeface="Courier New" panose="020B0604020202020204" pitchFamily="34" charset="0"/>
              <a:buChar char="o"/>
            </a:pPr>
            <a:r>
              <a:rPr lang="pt-BR" b="1" dirty="0"/>
              <a:t>Vantagens no uso de um Gateway de API</a:t>
            </a:r>
          </a:p>
          <a:p>
            <a:pPr lvl="2" algn="just">
              <a:buFont typeface="Wingdings" panose="020B0604020202020204" pitchFamily="34" charset="0"/>
              <a:buChar char="§"/>
            </a:pPr>
            <a:r>
              <a:rPr lang="pt-BR" dirty="0"/>
              <a:t>Ponto único de entrada no sistema;</a:t>
            </a:r>
          </a:p>
          <a:p>
            <a:pPr lvl="2" algn="just">
              <a:buFont typeface="Wingdings" panose="020B0604020202020204" pitchFamily="34" charset="0"/>
              <a:buChar char="§"/>
            </a:pPr>
            <a:r>
              <a:rPr lang="pt-BR" dirty="0"/>
              <a:t>Simplicidade e transparência para o consumidor final;</a:t>
            </a:r>
          </a:p>
          <a:p>
            <a:pPr lvl="2" algn="just">
              <a:buFont typeface="Wingdings" panose="020B0604020202020204" pitchFamily="34" charset="0"/>
              <a:buChar char="§"/>
            </a:pPr>
            <a:r>
              <a:rPr lang="pt-BR" dirty="0"/>
              <a:t>Segregação de apis internas e externas; </a:t>
            </a:r>
          </a:p>
          <a:p>
            <a:pPr lvl="2" algn="just">
              <a:buFont typeface="Wingdings" panose="020B0604020202020204" pitchFamily="34" charset="0"/>
              <a:buChar char="§"/>
            </a:pPr>
            <a:r>
              <a:rPr lang="pt-BR" dirty="0"/>
              <a:t>Separação da camada de aplicação;</a:t>
            </a:r>
          </a:p>
          <a:p>
            <a:pPr lvl="2" algn="just">
              <a:buFont typeface="Wingdings" panose="020B0604020202020204" pitchFamily="34" charset="0"/>
              <a:buChar char="§"/>
            </a:pPr>
            <a:r>
              <a:rPr lang="pt-BR" dirty="0"/>
              <a:t>Camada adicional de segurança</a:t>
            </a:r>
          </a:p>
          <a:p>
            <a:pPr lvl="3" algn="just">
              <a:buFont typeface="Arial" panose="020B0604020202020204" pitchFamily="34" charset="0"/>
              <a:buChar char="•"/>
            </a:pPr>
            <a:r>
              <a:rPr lang="pt-BR" dirty="0"/>
              <a:t>Chamadas não autenticadas podem ser barradas.</a:t>
            </a:r>
          </a:p>
          <a:p>
            <a:pPr marL="777240" lvl="3" indent="0" algn="just">
              <a:buNone/>
            </a:pPr>
            <a:endParaRPr lang="pt-BR" dirty="0"/>
          </a:p>
        </p:txBody>
      </p:sp>
    </p:spTree>
    <p:extLst>
      <p:ext uri="{BB962C8B-B14F-4D97-AF65-F5344CB8AC3E}">
        <p14:creationId xmlns:p14="http://schemas.microsoft.com/office/powerpoint/2010/main" val="42480024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70C59E5-D047-2FE8-927E-827BB195A9F5}"/>
              </a:ext>
            </a:extLst>
          </p:cNvPr>
          <p:cNvSpPr>
            <a:spLocks noGrp="1"/>
          </p:cNvSpPr>
          <p:nvPr>
            <p:ph type="title"/>
          </p:nvPr>
        </p:nvSpPr>
        <p:spPr/>
        <p:txBody>
          <a:bodyPr/>
          <a:lstStyle/>
          <a:p>
            <a:r>
              <a:rPr lang="pt-BR" dirty="0">
                <a:latin typeface="Batang"/>
                <a:ea typeface="Batang"/>
              </a:rPr>
              <a:t>Desafio 2 - Limitação de Tráfego</a:t>
            </a:r>
            <a:endParaRPr lang="pt-BR" dirty="0"/>
          </a:p>
        </p:txBody>
      </p:sp>
      <p:sp>
        <p:nvSpPr>
          <p:cNvPr id="3" name="Espaço Reservado para Conteúdo 2">
            <a:extLst>
              <a:ext uri="{FF2B5EF4-FFF2-40B4-BE49-F238E27FC236}">
                <a16:creationId xmlns:a16="http://schemas.microsoft.com/office/drawing/2014/main" id="{EFFFF77F-DECD-9C8C-C212-6F17AE500EEC}"/>
              </a:ext>
            </a:extLst>
          </p:cNvPr>
          <p:cNvSpPr>
            <a:spLocks noGrp="1"/>
          </p:cNvSpPr>
          <p:nvPr>
            <p:ph idx="1"/>
          </p:nvPr>
        </p:nvSpPr>
        <p:spPr>
          <a:xfrm>
            <a:off x="571499" y="2075688"/>
            <a:ext cx="11048088" cy="4086833"/>
          </a:xfrm>
        </p:spPr>
        <p:txBody>
          <a:bodyPr vert="horz" lIns="91440" tIns="45720" rIns="91440" bIns="45720" rtlCol="0" anchor="t">
            <a:normAutofit fontScale="92500" lnSpcReduction="10000"/>
          </a:bodyPr>
          <a:lstStyle/>
          <a:p>
            <a:pPr lvl="1" algn="just">
              <a:buFont typeface="Courier New" panose="020B0604020202020204" pitchFamily="34" charset="0"/>
              <a:buChar char="o"/>
            </a:pPr>
            <a:r>
              <a:rPr lang="pt-BR" b="1" dirty="0"/>
              <a:t>Ambiente</a:t>
            </a:r>
          </a:p>
          <a:p>
            <a:pPr lvl="2" algn="just">
              <a:buFont typeface="Wingdings" panose="020B0604020202020204" pitchFamily="34" charset="0"/>
              <a:buChar char="§"/>
            </a:pPr>
            <a:r>
              <a:rPr lang="pt-BR" dirty="0"/>
              <a:t>A pilha do Kong (banco </a:t>
            </a:r>
            <a:r>
              <a:rPr lang="pt-BR" err="1"/>
              <a:t>postgres</a:t>
            </a:r>
            <a:r>
              <a:rPr lang="pt-BR" dirty="0"/>
              <a:t>, </a:t>
            </a:r>
            <a:r>
              <a:rPr lang="pt-BR" err="1"/>
              <a:t>kong</a:t>
            </a:r>
            <a:r>
              <a:rPr lang="pt-BR" dirty="0"/>
              <a:t> e </a:t>
            </a:r>
            <a:r>
              <a:rPr lang="pt-BR" err="1"/>
              <a:t>konga</a:t>
            </a:r>
            <a:r>
              <a:rPr lang="pt-BR" dirty="0"/>
              <a:t>) foi implementada em uma máquina EC2 via </a:t>
            </a:r>
            <a:r>
              <a:rPr lang="pt-BR" err="1"/>
              <a:t>docker-compose</a:t>
            </a:r>
            <a:r>
              <a:rPr lang="pt-BR" dirty="0"/>
              <a:t>;</a:t>
            </a:r>
            <a:endParaRPr lang="pt-BR" b="1" dirty="0"/>
          </a:p>
          <a:p>
            <a:pPr lvl="2" algn="just">
              <a:buFont typeface="Wingdings" panose="020B0604020202020204" pitchFamily="34" charset="0"/>
              <a:buChar char="§"/>
            </a:pPr>
            <a:r>
              <a:rPr lang="pt-BR" dirty="0" err="1"/>
              <a:t>Subnet</a:t>
            </a:r>
            <a:r>
              <a:rPr lang="pt-BR" dirty="0"/>
              <a:t> pública para acesso à internet;</a:t>
            </a:r>
          </a:p>
          <a:p>
            <a:pPr lvl="2" algn="just">
              <a:buFont typeface="Wingdings" panose="020B0604020202020204" pitchFamily="34" charset="0"/>
              <a:buChar char="§"/>
            </a:pPr>
            <a:r>
              <a:rPr lang="pt-BR" dirty="0"/>
              <a:t>Fazendo </a:t>
            </a:r>
            <a:r>
              <a:rPr lang="pt-BR" dirty="0" err="1"/>
              <a:t>forward</a:t>
            </a:r>
            <a:r>
              <a:rPr lang="pt-BR" dirty="0"/>
              <a:t> das chamadas para o ALB na AWS; </a:t>
            </a:r>
          </a:p>
          <a:p>
            <a:pPr lvl="2" algn="just">
              <a:buFont typeface="Wingdings" panose="020B0604020202020204" pitchFamily="34" charset="0"/>
              <a:buChar char="§"/>
            </a:pPr>
            <a:r>
              <a:rPr lang="pt-BR" dirty="0"/>
              <a:t>Acesso ao </a:t>
            </a:r>
            <a:r>
              <a:rPr lang="pt-BR" dirty="0" err="1"/>
              <a:t>Konga</a:t>
            </a:r>
            <a:r>
              <a:rPr lang="pt-BR" dirty="0"/>
              <a:t> (ui para o Kong): </a:t>
            </a:r>
            <a:r>
              <a:rPr lang="pt-BR" dirty="0">
                <a:ea typeface="+mn-lt"/>
                <a:cs typeface="+mn-lt"/>
                <a:hlinkClick r:id="rId2"/>
              </a:rPr>
              <a:t>http://52.207.128.82:1337</a:t>
            </a:r>
            <a:r>
              <a:rPr lang="pt-BR" dirty="0"/>
              <a:t>;</a:t>
            </a:r>
          </a:p>
          <a:p>
            <a:pPr lvl="2" algn="just">
              <a:buFont typeface="Wingdings" panose="020B0604020202020204" pitchFamily="34" charset="0"/>
              <a:buChar char="§"/>
            </a:pPr>
            <a:r>
              <a:rPr lang="pt-BR" dirty="0"/>
              <a:t>Kong responde em: </a:t>
            </a:r>
            <a:r>
              <a:rPr lang="pt-BR" dirty="0">
                <a:ea typeface="+mn-lt"/>
                <a:cs typeface="+mn-lt"/>
              </a:rPr>
              <a:t>http://52.207.128.82:8000.</a:t>
            </a:r>
          </a:p>
          <a:p>
            <a:pPr lvl="1" algn="just">
              <a:buFont typeface="Courier New" panose="020B0604020202020204" pitchFamily="34" charset="0"/>
              <a:buChar char="o"/>
            </a:pPr>
            <a:endParaRPr lang="pt-BR" b="1" dirty="0"/>
          </a:p>
          <a:p>
            <a:pPr lvl="1" algn="just">
              <a:buFont typeface="Courier New" panose="020B0604020202020204" pitchFamily="34" charset="0"/>
              <a:buChar char="o"/>
            </a:pPr>
            <a:r>
              <a:rPr lang="pt-BR" b="1" dirty="0"/>
              <a:t>Observação</a:t>
            </a:r>
            <a:endParaRPr lang="pt-BR" dirty="0"/>
          </a:p>
          <a:p>
            <a:pPr lvl="2" algn="just">
              <a:buFont typeface="Wingdings" panose="020B0604020202020204" pitchFamily="34" charset="0"/>
              <a:buChar char="§"/>
            </a:pPr>
            <a:r>
              <a:rPr lang="pt-BR" dirty="0"/>
              <a:t>Por questões de custos não foi atribuído um DNS público ao endereço do Kong, o que não compromete seu funcionamento para fins de demonstração;</a:t>
            </a:r>
          </a:p>
          <a:p>
            <a:pPr lvl="2" algn="just">
              <a:buFont typeface="Wingdings" panose="020B0604020202020204" pitchFamily="34" charset="0"/>
              <a:buChar char="§"/>
            </a:pPr>
            <a:r>
              <a:rPr lang="pt-BR" dirty="0"/>
              <a:t>Para a demonstração utilizaremos um número baixo de </a:t>
            </a:r>
            <a:r>
              <a:rPr lang="pt-BR" dirty="0" err="1"/>
              <a:t>limit_rate</a:t>
            </a:r>
            <a:r>
              <a:rPr lang="pt-BR" dirty="0"/>
              <a:t>, o que pode ser rapidamente alterado na UI do </a:t>
            </a:r>
            <a:r>
              <a:rPr lang="pt-BR" dirty="0" err="1"/>
              <a:t>Konga</a:t>
            </a:r>
            <a:r>
              <a:rPr lang="pt-BR" dirty="0"/>
              <a:t>;</a:t>
            </a:r>
          </a:p>
          <a:p>
            <a:pPr lvl="2" algn="just">
              <a:buFont typeface="Wingdings" panose="020B0604020202020204" pitchFamily="34" charset="0"/>
              <a:buChar char="§"/>
            </a:pPr>
            <a:r>
              <a:rPr lang="pt-BR" dirty="0"/>
              <a:t>O </a:t>
            </a:r>
            <a:r>
              <a:rPr lang="pt-BR" dirty="0" err="1"/>
              <a:t>limit_rate</a:t>
            </a:r>
            <a:r>
              <a:rPr lang="pt-BR" dirty="0"/>
              <a:t> pode ser global ou por serviço, na demonstração utilizaremos com escopo global.</a:t>
            </a:r>
          </a:p>
        </p:txBody>
      </p:sp>
    </p:spTree>
    <p:extLst>
      <p:ext uri="{BB962C8B-B14F-4D97-AF65-F5344CB8AC3E}">
        <p14:creationId xmlns:p14="http://schemas.microsoft.com/office/powerpoint/2010/main" val="21824369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E96D846-88E7-76DD-9F1F-CE180B279502}"/>
              </a:ext>
            </a:extLst>
          </p:cNvPr>
          <p:cNvSpPr>
            <a:spLocks noGrp="1"/>
          </p:cNvSpPr>
          <p:nvPr>
            <p:ph type="title"/>
          </p:nvPr>
        </p:nvSpPr>
        <p:spPr/>
        <p:txBody>
          <a:bodyPr/>
          <a:lstStyle/>
          <a:p>
            <a:r>
              <a:rPr lang="pt-BR" dirty="0">
                <a:latin typeface="Batang"/>
                <a:ea typeface="Batang"/>
              </a:rPr>
              <a:t>Desafio 2 - Limitação de Tráfego</a:t>
            </a:r>
            <a:endParaRPr lang="pt-BR" dirty="0"/>
          </a:p>
        </p:txBody>
      </p:sp>
      <p:sp>
        <p:nvSpPr>
          <p:cNvPr id="3" name="Espaço Reservado para Conteúdo 2">
            <a:extLst>
              <a:ext uri="{FF2B5EF4-FFF2-40B4-BE49-F238E27FC236}">
                <a16:creationId xmlns:a16="http://schemas.microsoft.com/office/drawing/2014/main" id="{324ED0F5-DC83-4E57-F093-5FDAC10EDC98}"/>
              </a:ext>
            </a:extLst>
          </p:cNvPr>
          <p:cNvSpPr>
            <a:spLocks noGrp="1"/>
          </p:cNvSpPr>
          <p:nvPr>
            <p:ph idx="1"/>
          </p:nvPr>
        </p:nvSpPr>
        <p:spPr/>
        <p:txBody>
          <a:bodyPr vert="horz" lIns="91440" tIns="45720" rIns="91440" bIns="45720" rtlCol="0" anchor="t">
            <a:normAutofit/>
          </a:bodyPr>
          <a:lstStyle/>
          <a:p>
            <a:pPr lvl="1" algn="just">
              <a:buFont typeface="Courier New" panose="020B0604020202020204" pitchFamily="34" charset="0"/>
              <a:buChar char="o"/>
            </a:pPr>
            <a:r>
              <a:rPr lang="pt-BR" b="1" dirty="0"/>
              <a:t>Chamadas</a:t>
            </a:r>
            <a:endParaRPr lang="pt-BR" dirty="0"/>
          </a:p>
          <a:p>
            <a:pPr lvl="2" algn="just">
              <a:buFont typeface="Wingdings" panose="020B0604020202020204" pitchFamily="34" charset="0"/>
              <a:buChar char="§"/>
            </a:pPr>
            <a:r>
              <a:rPr lang="pt-BR" dirty="0">
                <a:ea typeface="+mn-lt"/>
                <a:cs typeface="+mn-lt"/>
              </a:rPr>
              <a:t>GET: $ </a:t>
            </a:r>
            <a:r>
              <a:rPr lang="pt-BR" dirty="0" err="1">
                <a:ea typeface="+mn-lt"/>
                <a:cs typeface="+mn-lt"/>
              </a:rPr>
              <a:t>curl</a:t>
            </a:r>
            <a:r>
              <a:rPr lang="pt-BR" dirty="0">
                <a:ea typeface="+mn-lt"/>
                <a:cs typeface="+mn-lt"/>
              </a:rPr>
              <a:t> -H "</a:t>
            </a:r>
            <a:r>
              <a:rPr lang="pt-BR" dirty="0" err="1">
                <a:ea typeface="+mn-lt"/>
                <a:cs typeface="+mn-lt"/>
              </a:rPr>
              <a:t>site_id:mla</a:t>
            </a:r>
            <a:r>
              <a:rPr lang="pt-BR" dirty="0">
                <a:ea typeface="+mn-lt"/>
                <a:cs typeface="+mn-lt"/>
              </a:rPr>
              <a:t>" 52.207.128.82:8000/api/itens</a:t>
            </a:r>
            <a:endParaRPr lang="pt-BR" dirty="0"/>
          </a:p>
          <a:p>
            <a:pPr lvl="2" algn="just">
              <a:buFont typeface="Wingdings" panose="020B0604020202020204" pitchFamily="34" charset="0"/>
              <a:buChar char="§"/>
            </a:pPr>
            <a:r>
              <a:rPr lang="pt-BR" dirty="0"/>
              <a:t>POST: </a:t>
            </a:r>
            <a:r>
              <a:rPr lang="pt-BR" dirty="0" err="1">
                <a:ea typeface="+mn-lt"/>
                <a:cs typeface="+mn-lt"/>
              </a:rPr>
              <a:t>curl</a:t>
            </a:r>
            <a:r>
              <a:rPr lang="pt-BR" dirty="0">
                <a:ea typeface="+mn-lt"/>
                <a:cs typeface="+mn-lt"/>
              </a:rPr>
              <a:t> -X POST -H "</a:t>
            </a:r>
            <a:r>
              <a:rPr lang="pt-BR" dirty="0" err="1">
                <a:ea typeface="+mn-lt"/>
                <a:cs typeface="+mn-lt"/>
              </a:rPr>
              <a:t>Content-Type</a:t>
            </a:r>
            <a:r>
              <a:rPr lang="pt-BR" dirty="0">
                <a:ea typeface="+mn-lt"/>
                <a:cs typeface="+mn-lt"/>
              </a:rPr>
              <a:t>: </a:t>
            </a:r>
            <a:r>
              <a:rPr lang="pt-BR" dirty="0" err="1">
                <a:ea typeface="+mn-lt"/>
                <a:cs typeface="+mn-lt"/>
              </a:rPr>
              <a:t>application</a:t>
            </a:r>
            <a:r>
              <a:rPr lang="pt-BR" dirty="0">
                <a:ea typeface="+mn-lt"/>
                <a:cs typeface="+mn-lt"/>
              </a:rPr>
              <a:t>/</a:t>
            </a:r>
            <a:r>
              <a:rPr lang="pt-BR" dirty="0" err="1">
                <a:ea typeface="+mn-lt"/>
                <a:cs typeface="+mn-lt"/>
              </a:rPr>
              <a:t>json</a:t>
            </a:r>
            <a:r>
              <a:rPr lang="pt-BR" dirty="0">
                <a:ea typeface="+mn-lt"/>
                <a:cs typeface="+mn-lt"/>
              </a:rPr>
              <a:t>" -d '{"</a:t>
            </a:r>
            <a:r>
              <a:rPr lang="pt-BR" dirty="0" err="1">
                <a:ea typeface="+mn-lt"/>
                <a:cs typeface="+mn-lt"/>
              </a:rPr>
              <a:t>product</a:t>
            </a:r>
            <a:r>
              <a:rPr lang="pt-BR" dirty="0">
                <a:ea typeface="+mn-lt"/>
                <a:cs typeface="+mn-lt"/>
              </a:rPr>
              <a:t>": "moto", "</a:t>
            </a:r>
            <a:r>
              <a:rPr lang="pt-BR" dirty="0" err="1">
                <a:ea typeface="+mn-lt"/>
                <a:cs typeface="+mn-lt"/>
              </a:rPr>
              <a:t>name</a:t>
            </a:r>
            <a:r>
              <a:rPr lang="pt-BR" dirty="0">
                <a:ea typeface="+mn-lt"/>
                <a:cs typeface="+mn-lt"/>
              </a:rPr>
              <a:t>" : "Honda CG150", "</a:t>
            </a:r>
            <a:r>
              <a:rPr lang="pt-BR" dirty="0" err="1">
                <a:ea typeface="+mn-lt"/>
                <a:cs typeface="+mn-lt"/>
              </a:rPr>
              <a:t>category</a:t>
            </a:r>
            <a:r>
              <a:rPr lang="pt-BR" dirty="0">
                <a:ea typeface="+mn-lt"/>
                <a:cs typeface="+mn-lt"/>
              </a:rPr>
              <a:t>": "venda", "</a:t>
            </a:r>
            <a:r>
              <a:rPr lang="pt-BR" dirty="0" err="1">
                <a:ea typeface="+mn-lt"/>
                <a:cs typeface="+mn-lt"/>
              </a:rPr>
              <a:t>origin</a:t>
            </a:r>
            <a:r>
              <a:rPr lang="pt-BR" dirty="0">
                <a:ea typeface="+mn-lt"/>
                <a:cs typeface="+mn-lt"/>
              </a:rPr>
              <a:t>": "argentina"}' -H "</a:t>
            </a:r>
            <a:r>
              <a:rPr lang="pt-BR" dirty="0" err="1">
                <a:ea typeface="+mn-lt"/>
                <a:cs typeface="+mn-lt"/>
              </a:rPr>
              <a:t>site_id:mla</a:t>
            </a:r>
            <a:r>
              <a:rPr lang="pt-BR" dirty="0">
                <a:ea typeface="+mn-lt"/>
                <a:cs typeface="+mn-lt"/>
              </a:rPr>
              <a:t>" 52.207.128.82:8000/api/itens</a:t>
            </a:r>
            <a:endParaRPr lang="pt-BR" dirty="0"/>
          </a:p>
          <a:p>
            <a:pPr marL="502920" lvl="2" indent="0" algn="just">
              <a:buNone/>
            </a:pPr>
            <a:endParaRPr lang="pt-BR" dirty="0"/>
          </a:p>
        </p:txBody>
      </p:sp>
    </p:spTree>
    <p:extLst>
      <p:ext uri="{BB962C8B-B14F-4D97-AF65-F5344CB8AC3E}">
        <p14:creationId xmlns:p14="http://schemas.microsoft.com/office/powerpoint/2010/main" val="27420513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6DA1173-FB36-D880-2A46-8E421243C868}"/>
              </a:ext>
            </a:extLst>
          </p:cNvPr>
          <p:cNvSpPr>
            <a:spLocks noGrp="1"/>
          </p:cNvSpPr>
          <p:nvPr>
            <p:ph type="title"/>
          </p:nvPr>
        </p:nvSpPr>
        <p:spPr>
          <a:xfrm>
            <a:off x="571500" y="2344"/>
            <a:ext cx="8563708" cy="716360"/>
          </a:xfrm>
        </p:spPr>
        <p:txBody>
          <a:bodyPr>
            <a:normAutofit/>
          </a:bodyPr>
          <a:lstStyle/>
          <a:p>
            <a:r>
              <a:rPr lang="pt-BR" dirty="0"/>
              <a:t>Desafio 2 -Limitação de Tráfego</a:t>
            </a:r>
          </a:p>
        </p:txBody>
      </p:sp>
      <p:sp>
        <p:nvSpPr>
          <p:cNvPr id="4" name="CaixaDeTexto 3">
            <a:extLst>
              <a:ext uri="{FF2B5EF4-FFF2-40B4-BE49-F238E27FC236}">
                <a16:creationId xmlns:a16="http://schemas.microsoft.com/office/drawing/2014/main" id="{0281464E-F3A5-CFA2-CADF-A0C7778F975C}"/>
              </a:ext>
            </a:extLst>
          </p:cNvPr>
          <p:cNvSpPr txBox="1"/>
          <p:nvPr/>
        </p:nvSpPr>
        <p:spPr>
          <a:xfrm>
            <a:off x="574431" y="715108"/>
            <a:ext cx="11043138" cy="7848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pt-BR" sz="1500" dirty="0"/>
              <a:t>Para o teste de limitação de tráfego, foi definido no API Gateway o </a:t>
            </a:r>
            <a:r>
              <a:rPr lang="pt-BR" sz="1500" dirty="0" err="1"/>
              <a:t>rate_limit</a:t>
            </a:r>
            <a:r>
              <a:rPr lang="pt-BR" sz="1500" dirty="0"/>
              <a:t> de 1000req/min e 16 </a:t>
            </a:r>
            <a:r>
              <a:rPr lang="pt-BR" sz="1500" dirty="0" err="1"/>
              <a:t>req</a:t>
            </a:r>
            <a:r>
              <a:rPr lang="pt-BR" sz="1500" dirty="0"/>
              <a:t>/s, após um tempo recebendo status 200, de requisições com sucesso, o tráfego passa a ser limitado, retornando o código "429 – Too </a:t>
            </a:r>
            <a:r>
              <a:rPr lang="pt-BR" sz="1500" dirty="0" err="1"/>
              <a:t>Many</a:t>
            </a:r>
            <a:r>
              <a:rPr lang="pt-BR" sz="1500" dirty="0"/>
              <a:t> </a:t>
            </a:r>
            <a:r>
              <a:rPr lang="pt-BR" sz="1500" dirty="0" err="1"/>
              <a:t>Requests</a:t>
            </a:r>
            <a:r>
              <a:rPr lang="pt-BR" sz="1500" dirty="0"/>
              <a:t>", demonstrando que as requisições foram barradas. </a:t>
            </a:r>
          </a:p>
        </p:txBody>
      </p:sp>
      <p:pic>
        <p:nvPicPr>
          <p:cNvPr id="5" name="Imagem 4" descr="Tela de celular com aplicativo aberto&#10;&#10;Descrição gerada automaticamente">
            <a:extLst>
              <a:ext uri="{FF2B5EF4-FFF2-40B4-BE49-F238E27FC236}">
                <a16:creationId xmlns:a16="http://schemas.microsoft.com/office/drawing/2014/main" id="{44E8D99D-4933-41C1-C491-8C8D00BE9A54}"/>
              </a:ext>
            </a:extLst>
          </p:cNvPr>
          <p:cNvPicPr>
            <a:picLocks noChangeAspect="1"/>
          </p:cNvPicPr>
          <p:nvPr/>
        </p:nvPicPr>
        <p:blipFill>
          <a:blip r:embed="rId2"/>
          <a:stretch>
            <a:fillRect/>
          </a:stretch>
        </p:blipFill>
        <p:spPr>
          <a:xfrm>
            <a:off x="1277816" y="1708849"/>
            <a:ext cx="9624646" cy="4272639"/>
          </a:xfrm>
          <a:prstGeom prst="rect">
            <a:avLst/>
          </a:prstGeom>
        </p:spPr>
      </p:pic>
    </p:spTree>
    <p:extLst>
      <p:ext uri="{BB962C8B-B14F-4D97-AF65-F5344CB8AC3E}">
        <p14:creationId xmlns:p14="http://schemas.microsoft.com/office/powerpoint/2010/main" val="2723433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CCAD3D-C54D-C828-9D92-8A037A356489}"/>
              </a:ext>
            </a:extLst>
          </p:cNvPr>
          <p:cNvSpPr>
            <a:spLocks noGrp="1"/>
          </p:cNvSpPr>
          <p:nvPr>
            <p:ph type="title"/>
          </p:nvPr>
        </p:nvSpPr>
        <p:spPr>
          <a:xfrm>
            <a:off x="3420208" y="2344"/>
            <a:ext cx="5351585" cy="1161836"/>
          </a:xfrm>
        </p:spPr>
        <p:txBody>
          <a:bodyPr/>
          <a:lstStyle/>
          <a:p>
            <a:r>
              <a:rPr lang="pt-BR" dirty="0">
                <a:latin typeface="Batang"/>
                <a:ea typeface="Batang"/>
              </a:rPr>
              <a:t>Arquitetura – Etapa 2</a:t>
            </a:r>
            <a:endParaRPr lang="pt-BR" dirty="0"/>
          </a:p>
        </p:txBody>
      </p:sp>
      <p:pic>
        <p:nvPicPr>
          <p:cNvPr id="4" name="Imagem 3" descr="Diagrama&#10;&#10;Descrição gerada automaticamente">
            <a:extLst>
              <a:ext uri="{FF2B5EF4-FFF2-40B4-BE49-F238E27FC236}">
                <a16:creationId xmlns:a16="http://schemas.microsoft.com/office/drawing/2014/main" id="{3A349293-9A70-683C-1F7A-D87BE6507649}"/>
              </a:ext>
            </a:extLst>
          </p:cNvPr>
          <p:cNvPicPr>
            <a:picLocks noChangeAspect="1"/>
          </p:cNvPicPr>
          <p:nvPr/>
        </p:nvPicPr>
        <p:blipFill>
          <a:blip r:embed="rId2"/>
          <a:stretch>
            <a:fillRect/>
          </a:stretch>
        </p:blipFill>
        <p:spPr>
          <a:xfrm>
            <a:off x="2226603" y="738554"/>
            <a:ext cx="7738793" cy="5369169"/>
          </a:xfrm>
          <a:prstGeom prst="rect">
            <a:avLst/>
          </a:prstGeom>
        </p:spPr>
      </p:pic>
    </p:spTree>
    <p:extLst>
      <p:ext uri="{BB962C8B-B14F-4D97-AF65-F5344CB8AC3E}">
        <p14:creationId xmlns:p14="http://schemas.microsoft.com/office/powerpoint/2010/main" val="24060273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91C1459-8F23-639C-491B-5F0B06AFB777}"/>
              </a:ext>
            </a:extLst>
          </p:cNvPr>
          <p:cNvSpPr>
            <a:spLocks noGrp="1"/>
          </p:cNvSpPr>
          <p:nvPr>
            <p:ph type="title"/>
          </p:nvPr>
        </p:nvSpPr>
        <p:spPr/>
        <p:txBody>
          <a:bodyPr/>
          <a:lstStyle/>
          <a:p>
            <a:r>
              <a:rPr lang="pt-BR" dirty="0">
                <a:latin typeface="Batang"/>
                <a:ea typeface="Batang"/>
              </a:rPr>
              <a:t>Desafio 3 - Monitoramento</a:t>
            </a:r>
            <a:endParaRPr lang="pt-BR" dirty="0"/>
          </a:p>
        </p:txBody>
      </p:sp>
      <p:sp>
        <p:nvSpPr>
          <p:cNvPr id="3" name="Espaço Reservado para Conteúdo 2">
            <a:extLst>
              <a:ext uri="{FF2B5EF4-FFF2-40B4-BE49-F238E27FC236}">
                <a16:creationId xmlns:a16="http://schemas.microsoft.com/office/drawing/2014/main" id="{14CABC53-2FD2-258D-25BD-C6F43442BAEA}"/>
              </a:ext>
            </a:extLst>
          </p:cNvPr>
          <p:cNvSpPr>
            <a:spLocks noGrp="1"/>
          </p:cNvSpPr>
          <p:nvPr>
            <p:ph idx="1"/>
          </p:nvPr>
        </p:nvSpPr>
        <p:spPr/>
        <p:txBody>
          <a:bodyPr vert="horz" lIns="91440" tIns="45720" rIns="91440" bIns="45720" rtlCol="0" anchor="t">
            <a:normAutofit/>
          </a:bodyPr>
          <a:lstStyle/>
          <a:p>
            <a:pPr marL="0" indent="0" algn="just">
              <a:buNone/>
            </a:pPr>
            <a:r>
              <a:rPr lang="pt-BR" dirty="0"/>
              <a:t>3. Para a terceira parte do desafio, que é o monitoramento da aplicação, existem diversas soluções disponíveis  como </a:t>
            </a:r>
            <a:r>
              <a:rPr lang="pt-BR" err="1"/>
              <a:t>Sensedia</a:t>
            </a:r>
            <a:r>
              <a:rPr lang="pt-BR" dirty="0"/>
              <a:t>, AWS </a:t>
            </a:r>
            <a:r>
              <a:rPr lang="pt-BR" err="1"/>
              <a:t>CloudWatch</a:t>
            </a:r>
            <a:r>
              <a:rPr lang="pt-BR" dirty="0"/>
              <a:t>, New </a:t>
            </a:r>
            <a:r>
              <a:rPr lang="pt-BR" err="1"/>
              <a:t>Relic</a:t>
            </a:r>
            <a:r>
              <a:rPr lang="pt-BR" dirty="0"/>
              <a:t>, </a:t>
            </a:r>
            <a:r>
              <a:rPr lang="pt-BR" err="1"/>
              <a:t>Prometheus</a:t>
            </a:r>
            <a:r>
              <a:rPr lang="pt-BR" dirty="0"/>
              <a:t>/</a:t>
            </a:r>
            <a:r>
              <a:rPr lang="pt-BR" err="1"/>
              <a:t>Grafana</a:t>
            </a:r>
            <a:r>
              <a:rPr lang="pt-BR" dirty="0"/>
              <a:t>, etc.  Foi escolhido o </a:t>
            </a:r>
            <a:r>
              <a:rPr lang="pt-BR" err="1"/>
              <a:t>Datadog</a:t>
            </a:r>
            <a:r>
              <a:rPr lang="pt-BR" dirty="0"/>
              <a:t> por ser uma solução SaaS que combina</a:t>
            </a:r>
            <a:r>
              <a:rPr lang="pt-BR" dirty="0">
                <a:ea typeface="+mn-lt"/>
                <a:cs typeface="+mn-lt"/>
              </a:rPr>
              <a:t> métricas em tempo real de servidores, contêineres, bancos de dados e aplicativos com rastreamento ponta a ponta. </a:t>
            </a:r>
            <a:endParaRPr lang="pt-BR"/>
          </a:p>
          <a:p>
            <a:pPr marL="0" indent="0" algn="just">
              <a:buNone/>
            </a:pPr>
            <a:r>
              <a:rPr lang="pt-BR" dirty="0">
                <a:ea typeface="+mn-lt"/>
                <a:cs typeface="+mn-lt"/>
              </a:rPr>
              <a:t>Além de contar com diversas integrações nativas, algumas delas sendo utilizadas nesse projeto.</a:t>
            </a:r>
          </a:p>
        </p:txBody>
      </p:sp>
    </p:spTree>
    <p:extLst>
      <p:ext uri="{BB962C8B-B14F-4D97-AF65-F5344CB8AC3E}">
        <p14:creationId xmlns:p14="http://schemas.microsoft.com/office/powerpoint/2010/main" val="4962825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88C6AAC-5EA0-0EFE-D0CC-97AAB52069D0}"/>
              </a:ext>
            </a:extLst>
          </p:cNvPr>
          <p:cNvSpPr>
            <a:spLocks noGrp="1"/>
          </p:cNvSpPr>
          <p:nvPr>
            <p:ph type="title"/>
          </p:nvPr>
        </p:nvSpPr>
        <p:spPr/>
        <p:txBody>
          <a:bodyPr/>
          <a:lstStyle/>
          <a:p>
            <a:r>
              <a:rPr lang="pt-BR" dirty="0">
                <a:latin typeface="Batang"/>
                <a:ea typeface="Batang"/>
              </a:rPr>
              <a:t>Desafio 3 - Monitoramento</a:t>
            </a:r>
            <a:endParaRPr lang="pt-BR" dirty="0"/>
          </a:p>
        </p:txBody>
      </p:sp>
      <p:sp>
        <p:nvSpPr>
          <p:cNvPr id="3" name="Espaço Reservado para Conteúdo 2">
            <a:extLst>
              <a:ext uri="{FF2B5EF4-FFF2-40B4-BE49-F238E27FC236}">
                <a16:creationId xmlns:a16="http://schemas.microsoft.com/office/drawing/2014/main" id="{A42D6FC2-DAB9-ABBA-667E-D736B713072A}"/>
              </a:ext>
            </a:extLst>
          </p:cNvPr>
          <p:cNvSpPr>
            <a:spLocks noGrp="1"/>
          </p:cNvSpPr>
          <p:nvPr>
            <p:ph idx="1"/>
          </p:nvPr>
        </p:nvSpPr>
        <p:spPr/>
        <p:txBody>
          <a:bodyPr vert="horz" lIns="91440" tIns="45720" rIns="91440" bIns="45720" rtlCol="0" anchor="t">
            <a:normAutofit/>
          </a:bodyPr>
          <a:lstStyle/>
          <a:p>
            <a:pPr marL="228600" lvl="1" indent="0" algn="just">
              <a:buNone/>
            </a:pPr>
            <a:endParaRPr lang="pt-BR" b="1" dirty="0"/>
          </a:p>
          <a:p>
            <a:pPr lvl="1" algn="just">
              <a:buFont typeface="Courier New" panose="020B0604020202020204" pitchFamily="34" charset="0"/>
              <a:buChar char="o"/>
            </a:pPr>
            <a:r>
              <a:rPr lang="pt-BR" b="1" dirty="0"/>
              <a:t>Implementação</a:t>
            </a:r>
            <a:endParaRPr lang="pt-BR" dirty="0"/>
          </a:p>
          <a:p>
            <a:pPr lvl="2" algn="just">
              <a:buFont typeface="Wingdings" panose="020B0604020202020204" pitchFamily="34" charset="0"/>
              <a:buChar char="§"/>
            </a:pPr>
            <a:r>
              <a:rPr lang="pt-BR" dirty="0"/>
              <a:t>Por ser uma solução SaaS foi necessário apenas a instalação e configuração do operador </a:t>
            </a:r>
            <a:r>
              <a:rPr lang="pt-BR" dirty="0" err="1"/>
              <a:t>Datadog</a:t>
            </a:r>
            <a:r>
              <a:rPr lang="pt-BR" dirty="0"/>
              <a:t> no cluster </a:t>
            </a:r>
            <a:r>
              <a:rPr lang="pt-BR" dirty="0" err="1"/>
              <a:t>kubernetes</a:t>
            </a:r>
            <a:r>
              <a:rPr lang="pt-BR" dirty="0"/>
              <a:t>;</a:t>
            </a:r>
          </a:p>
          <a:p>
            <a:pPr lvl="2" algn="just">
              <a:buFont typeface="Wingdings" panose="020B0604020202020204" pitchFamily="34" charset="0"/>
              <a:buChar char="§"/>
            </a:pPr>
            <a:r>
              <a:rPr lang="pt-BR" dirty="0"/>
              <a:t>E para integração com os recursos da AWS, a habilitação da integração nativa, no </a:t>
            </a:r>
            <a:r>
              <a:rPr lang="pt-BR" dirty="0" err="1"/>
              <a:t>Datadog</a:t>
            </a:r>
            <a:r>
              <a:rPr lang="pt-BR" dirty="0"/>
              <a:t>, e a autorização de acesso a conta AWS. </a:t>
            </a:r>
          </a:p>
          <a:p>
            <a:pPr lvl="2" algn="just">
              <a:buFont typeface="Wingdings" panose="020B0604020202020204" pitchFamily="34" charset="0"/>
              <a:buChar char="§"/>
            </a:pPr>
            <a:endParaRPr lang="pt-BR" dirty="0"/>
          </a:p>
          <a:p>
            <a:pPr lvl="2" algn="just">
              <a:buFont typeface="Wingdings" panose="020B0604020202020204" pitchFamily="34" charset="0"/>
              <a:buChar char="§"/>
            </a:pPr>
            <a:endParaRPr lang="pt-BR" dirty="0"/>
          </a:p>
          <a:p>
            <a:pPr lvl="2" algn="just">
              <a:buFont typeface="Wingdings" panose="020B0604020202020204" pitchFamily="34" charset="0"/>
              <a:buChar char="§"/>
            </a:pPr>
            <a:endParaRPr lang="pt-BR" dirty="0"/>
          </a:p>
          <a:p>
            <a:pPr marL="502920" lvl="2" indent="0" algn="just">
              <a:buNone/>
            </a:pPr>
            <a:endParaRPr lang="pt-BR" dirty="0"/>
          </a:p>
          <a:p>
            <a:pPr marL="502920" lvl="2" indent="0" algn="just">
              <a:buNone/>
            </a:pPr>
            <a:endParaRPr lang="pt-BR" dirty="0"/>
          </a:p>
          <a:p>
            <a:pPr marL="502920" lvl="2" indent="0" algn="just">
              <a:buNone/>
            </a:pPr>
            <a:endParaRPr lang="pt-BR" dirty="0"/>
          </a:p>
          <a:p>
            <a:pPr marL="502920" lvl="2" indent="0" algn="just">
              <a:buNone/>
            </a:pPr>
            <a:endParaRPr lang="pt-BR" dirty="0"/>
          </a:p>
          <a:p>
            <a:pPr marL="502920" lvl="2" indent="0" algn="just">
              <a:buNone/>
            </a:pPr>
            <a:endParaRPr lang="pt-BR" dirty="0"/>
          </a:p>
          <a:p>
            <a:pPr marL="502920" lvl="2" indent="0" algn="just">
              <a:buNone/>
            </a:pPr>
            <a:endParaRPr lang="pt-BR" dirty="0"/>
          </a:p>
          <a:p>
            <a:pPr marL="502920" lvl="2" indent="0" algn="just">
              <a:buNone/>
            </a:pPr>
            <a:endParaRPr lang="pt-BR" dirty="0"/>
          </a:p>
          <a:p>
            <a:pPr marL="502920" lvl="2" indent="0" algn="just">
              <a:buNone/>
            </a:pPr>
            <a:endParaRPr lang="pt-BR" dirty="0"/>
          </a:p>
        </p:txBody>
      </p:sp>
    </p:spTree>
    <p:extLst>
      <p:ext uri="{BB962C8B-B14F-4D97-AF65-F5344CB8AC3E}">
        <p14:creationId xmlns:p14="http://schemas.microsoft.com/office/powerpoint/2010/main" val="42641307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EC29FAF-E787-B258-2395-5E4AD6E9E88C}"/>
              </a:ext>
            </a:extLst>
          </p:cNvPr>
          <p:cNvSpPr>
            <a:spLocks noGrp="1"/>
          </p:cNvSpPr>
          <p:nvPr>
            <p:ph type="title"/>
          </p:nvPr>
        </p:nvSpPr>
        <p:spPr/>
        <p:txBody>
          <a:bodyPr/>
          <a:lstStyle/>
          <a:p>
            <a:r>
              <a:rPr lang="pt-BR" dirty="0">
                <a:latin typeface="Batang"/>
                <a:ea typeface="Batang"/>
              </a:rPr>
              <a:t>Desafio 3 - Monitoramento</a:t>
            </a:r>
            <a:endParaRPr lang="pt-BR" dirty="0"/>
          </a:p>
        </p:txBody>
      </p:sp>
      <p:sp>
        <p:nvSpPr>
          <p:cNvPr id="3" name="Espaço Reservado para Conteúdo 2">
            <a:extLst>
              <a:ext uri="{FF2B5EF4-FFF2-40B4-BE49-F238E27FC236}">
                <a16:creationId xmlns:a16="http://schemas.microsoft.com/office/drawing/2014/main" id="{0D3B7247-D846-2914-50AF-7EA4273BD8B6}"/>
              </a:ext>
            </a:extLst>
          </p:cNvPr>
          <p:cNvSpPr>
            <a:spLocks noGrp="1"/>
          </p:cNvSpPr>
          <p:nvPr>
            <p:ph idx="1"/>
          </p:nvPr>
        </p:nvSpPr>
        <p:spPr/>
        <p:txBody>
          <a:bodyPr vert="horz" lIns="91440" tIns="45720" rIns="91440" bIns="45720" rtlCol="0" anchor="t">
            <a:normAutofit/>
          </a:bodyPr>
          <a:lstStyle/>
          <a:p>
            <a:pPr lvl="1" algn="just">
              <a:buFont typeface="Courier New" panose="020B0604020202020204" pitchFamily="34" charset="0"/>
              <a:buChar char="o"/>
            </a:pPr>
            <a:r>
              <a:rPr lang="pt-BR" b="1" dirty="0"/>
              <a:t>Painel de Monitoramento</a:t>
            </a:r>
          </a:p>
          <a:p>
            <a:pPr lvl="2" algn="just">
              <a:buFont typeface="Wingdings" panose="020B0604020202020204" pitchFamily="34" charset="0"/>
              <a:buChar char="§"/>
            </a:pPr>
            <a:r>
              <a:rPr lang="pt-BR" dirty="0"/>
              <a:t>Foi criado um painel único, chamado "Desafio ML", onde é possível aferir o fluxo de tráfego, a saúde da aplicação e a experiência do "consumidor" no uso daquela aplicação.</a:t>
            </a:r>
          </a:p>
          <a:p>
            <a:pPr lvl="2" algn="just">
              <a:buFont typeface="Wingdings" panose="020B0604020202020204" pitchFamily="34" charset="0"/>
              <a:buChar char="§"/>
            </a:pPr>
            <a:endParaRPr lang="pt-BR" dirty="0"/>
          </a:p>
          <a:p>
            <a:pPr lvl="1" algn="just">
              <a:buFont typeface="Courier New" panose="020B0604020202020204" pitchFamily="34" charset="0"/>
              <a:buChar char="o"/>
            </a:pPr>
            <a:r>
              <a:rPr lang="pt-BR" dirty="0"/>
              <a:t>Observação: as aferições de fluxo de tráfego estão sendo feitas diretamente no ALB da AWS, devido ao tempo de projeto não foi possível implementar a integração do </a:t>
            </a:r>
            <a:r>
              <a:rPr lang="pt-BR" dirty="0" err="1"/>
              <a:t>Datadog</a:t>
            </a:r>
            <a:r>
              <a:rPr lang="pt-BR" dirty="0"/>
              <a:t> com o Kong, mas fica como ponto de melhoria do projeto.</a:t>
            </a:r>
          </a:p>
          <a:p>
            <a:pPr algn="just">
              <a:buNone/>
            </a:pPr>
            <a:endParaRPr lang="pt-BR" dirty="0"/>
          </a:p>
        </p:txBody>
      </p:sp>
    </p:spTree>
    <p:extLst>
      <p:ext uri="{BB962C8B-B14F-4D97-AF65-F5344CB8AC3E}">
        <p14:creationId xmlns:p14="http://schemas.microsoft.com/office/powerpoint/2010/main" val="23900212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22853D-1995-C3D2-8834-4EC93032EE62}"/>
              </a:ext>
            </a:extLst>
          </p:cNvPr>
          <p:cNvSpPr>
            <a:spLocks noGrp="1"/>
          </p:cNvSpPr>
          <p:nvPr>
            <p:ph type="title"/>
          </p:nvPr>
        </p:nvSpPr>
        <p:spPr>
          <a:xfrm>
            <a:off x="571500" y="2344"/>
            <a:ext cx="11049000" cy="1161836"/>
          </a:xfrm>
        </p:spPr>
        <p:txBody>
          <a:bodyPr/>
          <a:lstStyle/>
          <a:p>
            <a:r>
              <a:rPr lang="pt-BR" dirty="0">
                <a:latin typeface="Batang"/>
                <a:ea typeface="Batang"/>
              </a:rPr>
              <a:t>Desafio 3 – Painel saúde e fluxo de dados</a:t>
            </a:r>
            <a:endParaRPr lang="pt-BR" dirty="0"/>
          </a:p>
        </p:txBody>
      </p:sp>
      <p:pic>
        <p:nvPicPr>
          <p:cNvPr id="3" name="Imagem 2" descr="Interface gráfica do usuário, Aplicativo, Tabela, Excel&#10;&#10;Descrição gerada automaticamente">
            <a:extLst>
              <a:ext uri="{FF2B5EF4-FFF2-40B4-BE49-F238E27FC236}">
                <a16:creationId xmlns:a16="http://schemas.microsoft.com/office/drawing/2014/main" id="{7E3BD57A-5BC9-D01B-FF67-F1A5081CA78A}"/>
              </a:ext>
            </a:extLst>
          </p:cNvPr>
          <p:cNvPicPr>
            <a:picLocks noChangeAspect="1"/>
          </p:cNvPicPr>
          <p:nvPr/>
        </p:nvPicPr>
        <p:blipFill>
          <a:blip r:embed="rId2"/>
          <a:stretch>
            <a:fillRect/>
          </a:stretch>
        </p:blipFill>
        <p:spPr>
          <a:xfrm>
            <a:off x="1922584" y="1046807"/>
            <a:ext cx="8335107" cy="4752660"/>
          </a:xfrm>
          <a:prstGeom prst="rect">
            <a:avLst/>
          </a:prstGeom>
        </p:spPr>
      </p:pic>
    </p:spTree>
    <p:extLst>
      <p:ext uri="{BB962C8B-B14F-4D97-AF65-F5344CB8AC3E}">
        <p14:creationId xmlns:p14="http://schemas.microsoft.com/office/powerpoint/2010/main" val="16746460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5660FB3-A83A-C26A-E85E-CD080DF1D2AA}"/>
              </a:ext>
            </a:extLst>
          </p:cNvPr>
          <p:cNvSpPr>
            <a:spLocks noGrp="1"/>
          </p:cNvSpPr>
          <p:nvPr>
            <p:ph type="title"/>
          </p:nvPr>
        </p:nvSpPr>
        <p:spPr/>
        <p:txBody>
          <a:bodyPr/>
          <a:lstStyle/>
          <a:p>
            <a:r>
              <a:rPr lang="pt-BR" dirty="0">
                <a:latin typeface="Batang"/>
                <a:ea typeface="Batang"/>
              </a:rPr>
              <a:t>Desafio 3 – Painel saúde e fluxo de dados</a:t>
            </a:r>
            <a:endParaRPr lang="pt-BR" dirty="0"/>
          </a:p>
        </p:txBody>
      </p:sp>
      <p:sp>
        <p:nvSpPr>
          <p:cNvPr id="3" name="Espaço Reservado para Conteúdo 2">
            <a:extLst>
              <a:ext uri="{FF2B5EF4-FFF2-40B4-BE49-F238E27FC236}">
                <a16:creationId xmlns:a16="http://schemas.microsoft.com/office/drawing/2014/main" id="{E63CC254-CFEB-DF6E-71A3-466E7E9C36F3}"/>
              </a:ext>
            </a:extLst>
          </p:cNvPr>
          <p:cNvSpPr>
            <a:spLocks noGrp="1"/>
          </p:cNvSpPr>
          <p:nvPr>
            <p:ph idx="1"/>
          </p:nvPr>
        </p:nvSpPr>
        <p:spPr/>
        <p:txBody>
          <a:bodyPr vert="horz" lIns="91440" tIns="45720" rIns="91440" bIns="45720" rtlCol="0" anchor="t">
            <a:normAutofit/>
          </a:bodyPr>
          <a:lstStyle/>
          <a:p>
            <a:pPr lvl="1" algn="just">
              <a:buFont typeface="Courier New" panose="020B0604020202020204" pitchFamily="34" charset="0"/>
              <a:buChar char="o"/>
            </a:pPr>
            <a:r>
              <a:rPr lang="pt-BR" dirty="0"/>
              <a:t>O painel de saúde e fluxo de dados traz informações importantes para análise do comportamento da aplicação, temos como aferir:</a:t>
            </a:r>
          </a:p>
          <a:p>
            <a:pPr lvl="2" algn="just">
              <a:buFont typeface="Wingdings" panose="020B0604020202020204" pitchFamily="34" charset="0"/>
              <a:buChar char="§"/>
            </a:pPr>
            <a:r>
              <a:rPr lang="pt-BR" dirty="0"/>
              <a:t>Estado dos </a:t>
            </a:r>
            <a:r>
              <a:rPr lang="pt-BR" dirty="0" err="1"/>
              <a:t>PODs</a:t>
            </a:r>
            <a:r>
              <a:rPr lang="pt-BR" dirty="0"/>
              <a:t>;</a:t>
            </a:r>
          </a:p>
          <a:p>
            <a:pPr lvl="3" algn="just">
              <a:buFont typeface="Arial" panose="020B0604020202020204" pitchFamily="34" charset="0"/>
              <a:buChar char="•"/>
            </a:pPr>
            <a:r>
              <a:rPr lang="pt-BR" dirty="0" err="1"/>
              <a:t>Waiting</a:t>
            </a:r>
            <a:r>
              <a:rPr lang="pt-BR" dirty="0"/>
              <a:t>/</a:t>
            </a:r>
            <a:r>
              <a:rPr lang="pt-BR" dirty="0" err="1"/>
              <a:t>Crashloopback</a:t>
            </a:r>
            <a:r>
              <a:rPr lang="pt-BR" dirty="0"/>
              <a:t>/running.</a:t>
            </a:r>
          </a:p>
          <a:p>
            <a:pPr lvl="2" algn="just">
              <a:buFont typeface="Wingdings" panose="020B0604020202020204" pitchFamily="34" charset="0"/>
              <a:buChar char="§"/>
            </a:pPr>
            <a:r>
              <a:rPr lang="pt-BR" dirty="0"/>
              <a:t>Quantidade de </a:t>
            </a:r>
            <a:r>
              <a:rPr lang="pt-BR" dirty="0" err="1"/>
              <a:t>pods</a:t>
            </a:r>
            <a:r>
              <a:rPr lang="pt-BR" dirty="0"/>
              <a:t>;</a:t>
            </a:r>
          </a:p>
          <a:p>
            <a:pPr lvl="2" algn="just">
              <a:buFont typeface="Wingdings" panose="020B0604020202020204" pitchFamily="34" charset="0"/>
              <a:buChar char="§"/>
            </a:pPr>
            <a:r>
              <a:rPr lang="pt-BR" dirty="0"/>
              <a:t>Uso de recursos (memória, CPU e rede;</a:t>
            </a:r>
          </a:p>
          <a:p>
            <a:pPr lvl="2" algn="just">
              <a:buFont typeface="Wingdings" panose="020B0604020202020204" pitchFamily="34" charset="0"/>
              <a:buChar char="§"/>
            </a:pPr>
            <a:r>
              <a:rPr lang="pt-BR" dirty="0"/>
              <a:t>Quantidade de requisições;</a:t>
            </a:r>
          </a:p>
          <a:p>
            <a:pPr lvl="2" algn="just">
              <a:buFont typeface="Wingdings" panose="020B0604020202020204" pitchFamily="34" charset="0"/>
              <a:buChar char="§"/>
            </a:pPr>
            <a:r>
              <a:rPr lang="pt-BR" dirty="0"/>
              <a:t>Tempo de resposta;</a:t>
            </a:r>
          </a:p>
          <a:p>
            <a:pPr lvl="2" algn="just">
              <a:buFont typeface="Wingdings" panose="020B0604020202020204" pitchFamily="34" charset="0"/>
              <a:buChar char="§"/>
            </a:pPr>
            <a:r>
              <a:rPr lang="pt-BR" dirty="0"/>
              <a:t>HTTP Responses: 2xx, 3xx, 4xx e 5xx.</a:t>
            </a:r>
          </a:p>
        </p:txBody>
      </p:sp>
    </p:spTree>
    <p:extLst>
      <p:ext uri="{BB962C8B-B14F-4D97-AF65-F5344CB8AC3E}">
        <p14:creationId xmlns:p14="http://schemas.microsoft.com/office/powerpoint/2010/main" val="10126041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1CD2455-FA86-0405-B4FF-0A9D11A88F70}"/>
              </a:ext>
            </a:extLst>
          </p:cNvPr>
          <p:cNvSpPr>
            <a:spLocks noGrp="1"/>
          </p:cNvSpPr>
          <p:nvPr>
            <p:ph type="title"/>
          </p:nvPr>
        </p:nvSpPr>
        <p:spPr>
          <a:xfrm>
            <a:off x="571500" y="2344"/>
            <a:ext cx="11049000" cy="1161836"/>
          </a:xfrm>
        </p:spPr>
        <p:txBody>
          <a:bodyPr/>
          <a:lstStyle/>
          <a:p>
            <a:r>
              <a:rPr lang="pt-BR" dirty="0">
                <a:latin typeface="Batang"/>
                <a:ea typeface="Batang"/>
              </a:rPr>
              <a:t>Desafio 3 – Painel banco de dados</a:t>
            </a:r>
            <a:endParaRPr lang="pt-BR" dirty="0"/>
          </a:p>
        </p:txBody>
      </p:sp>
      <p:pic>
        <p:nvPicPr>
          <p:cNvPr id="3" name="Imagem 2" descr="Interface gráfica do usuário, Aplicativo&#10;&#10;Descrição gerada automaticamente">
            <a:extLst>
              <a:ext uri="{FF2B5EF4-FFF2-40B4-BE49-F238E27FC236}">
                <a16:creationId xmlns:a16="http://schemas.microsoft.com/office/drawing/2014/main" id="{F159890D-FFC0-334A-62E3-824C0A3447BF}"/>
              </a:ext>
            </a:extLst>
          </p:cNvPr>
          <p:cNvPicPr>
            <a:picLocks noChangeAspect="1"/>
          </p:cNvPicPr>
          <p:nvPr/>
        </p:nvPicPr>
        <p:blipFill>
          <a:blip r:embed="rId2"/>
          <a:stretch>
            <a:fillRect/>
          </a:stretch>
        </p:blipFill>
        <p:spPr>
          <a:xfrm>
            <a:off x="1899138" y="1228281"/>
            <a:ext cx="8393722" cy="4413159"/>
          </a:xfrm>
          <a:prstGeom prst="rect">
            <a:avLst/>
          </a:prstGeom>
        </p:spPr>
      </p:pic>
    </p:spTree>
    <p:extLst>
      <p:ext uri="{BB962C8B-B14F-4D97-AF65-F5344CB8AC3E}">
        <p14:creationId xmlns:p14="http://schemas.microsoft.com/office/powerpoint/2010/main" val="7701471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5694173-44B6-547D-D5FD-7A521AAB8092}"/>
              </a:ext>
            </a:extLst>
          </p:cNvPr>
          <p:cNvSpPr>
            <a:spLocks noGrp="1"/>
          </p:cNvSpPr>
          <p:nvPr>
            <p:ph type="title"/>
          </p:nvPr>
        </p:nvSpPr>
        <p:spPr>
          <a:xfrm>
            <a:off x="571500" y="2344"/>
            <a:ext cx="11049000" cy="1161836"/>
          </a:xfrm>
        </p:spPr>
        <p:txBody>
          <a:bodyPr/>
          <a:lstStyle/>
          <a:p>
            <a:r>
              <a:rPr lang="pt-BR" dirty="0">
                <a:latin typeface="Batang"/>
                <a:ea typeface="Batang"/>
              </a:rPr>
              <a:t>Desafio 3 – Painel banco de dados</a:t>
            </a:r>
            <a:endParaRPr lang="pt-BR" dirty="0"/>
          </a:p>
        </p:txBody>
      </p:sp>
      <p:pic>
        <p:nvPicPr>
          <p:cNvPr id="3" name="Imagem 2" descr="Interface gráfica do usuário, Aplicativo&#10;&#10;Descrição gerada automaticamente">
            <a:extLst>
              <a:ext uri="{FF2B5EF4-FFF2-40B4-BE49-F238E27FC236}">
                <a16:creationId xmlns:a16="http://schemas.microsoft.com/office/drawing/2014/main" id="{7314E6AB-5830-0478-F7C2-3EC7B62989D9}"/>
              </a:ext>
            </a:extLst>
          </p:cNvPr>
          <p:cNvPicPr>
            <a:picLocks noChangeAspect="1"/>
          </p:cNvPicPr>
          <p:nvPr/>
        </p:nvPicPr>
        <p:blipFill>
          <a:blip r:embed="rId2"/>
          <a:stretch>
            <a:fillRect/>
          </a:stretch>
        </p:blipFill>
        <p:spPr>
          <a:xfrm>
            <a:off x="2121877" y="1159162"/>
            <a:ext cx="8135814" cy="4645182"/>
          </a:xfrm>
          <a:prstGeom prst="rect">
            <a:avLst/>
          </a:prstGeom>
        </p:spPr>
      </p:pic>
    </p:spTree>
    <p:extLst>
      <p:ext uri="{BB962C8B-B14F-4D97-AF65-F5344CB8AC3E}">
        <p14:creationId xmlns:p14="http://schemas.microsoft.com/office/powerpoint/2010/main" val="5799522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B7A0F4B-56F3-0698-41C0-2C0B9D91B1BC}"/>
              </a:ext>
            </a:extLst>
          </p:cNvPr>
          <p:cNvSpPr>
            <a:spLocks noGrp="1"/>
          </p:cNvSpPr>
          <p:nvPr>
            <p:ph type="title"/>
          </p:nvPr>
        </p:nvSpPr>
        <p:spPr/>
        <p:txBody>
          <a:bodyPr/>
          <a:lstStyle/>
          <a:p>
            <a:r>
              <a:rPr lang="pt-BR" dirty="0">
                <a:latin typeface="Batang"/>
                <a:ea typeface="Batang"/>
              </a:rPr>
              <a:t>Desafio 3 – Painel banco de dados</a:t>
            </a:r>
            <a:endParaRPr lang="pt-BR" dirty="0"/>
          </a:p>
        </p:txBody>
      </p:sp>
      <p:sp>
        <p:nvSpPr>
          <p:cNvPr id="3" name="Espaço Reservado para Conteúdo 2">
            <a:extLst>
              <a:ext uri="{FF2B5EF4-FFF2-40B4-BE49-F238E27FC236}">
                <a16:creationId xmlns:a16="http://schemas.microsoft.com/office/drawing/2014/main" id="{0B410DA5-69FD-F0D3-11F8-3C91EA223765}"/>
              </a:ext>
            </a:extLst>
          </p:cNvPr>
          <p:cNvSpPr>
            <a:spLocks noGrp="1"/>
          </p:cNvSpPr>
          <p:nvPr>
            <p:ph idx="1"/>
          </p:nvPr>
        </p:nvSpPr>
        <p:spPr/>
        <p:txBody>
          <a:bodyPr vert="horz" lIns="91440" tIns="45720" rIns="91440" bIns="45720" rtlCol="0" anchor="t">
            <a:normAutofit lnSpcReduction="10000"/>
          </a:bodyPr>
          <a:lstStyle/>
          <a:p>
            <a:pPr lvl="1" algn="just">
              <a:buFont typeface="Courier New" panose="020B0604020202020204" pitchFamily="34" charset="0"/>
              <a:buChar char="o"/>
            </a:pPr>
            <a:r>
              <a:rPr lang="pt-BR" dirty="0"/>
              <a:t>O painel Banco de dados nos traz informações importantes sobre um dos componentes da aplicação;</a:t>
            </a:r>
          </a:p>
          <a:p>
            <a:pPr lvl="1" algn="just">
              <a:buFont typeface="Courier New" panose="020B0604020202020204" pitchFamily="34" charset="0"/>
              <a:buChar char="o"/>
            </a:pPr>
            <a:r>
              <a:rPr lang="pt-BR" dirty="0"/>
              <a:t>Uma base com recursos escassos ou consultas mal elaboradas acarretam em lentidão da aplicação, isso pode ser causado por alguns dos fatores abaixo entre outros:</a:t>
            </a:r>
          </a:p>
          <a:p>
            <a:pPr lvl="2" algn="just">
              <a:buFont typeface="Wingdings" panose="020B0604020202020204" pitchFamily="34" charset="0"/>
              <a:buChar char="§"/>
            </a:pPr>
            <a:r>
              <a:rPr lang="pt-BR" dirty="0"/>
              <a:t>Alto uso de CPU;</a:t>
            </a:r>
          </a:p>
          <a:p>
            <a:pPr lvl="2" algn="just">
              <a:buFont typeface="Wingdings" panose="020B0604020202020204" pitchFamily="34" charset="0"/>
              <a:buChar char="§"/>
            </a:pPr>
            <a:r>
              <a:rPr lang="pt-BR" dirty="0"/>
              <a:t>Alto uso de memória;</a:t>
            </a:r>
          </a:p>
          <a:p>
            <a:pPr lvl="2" algn="just">
              <a:buFont typeface="Wingdings" panose="020B0604020202020204" pitchFamily="34" charset="0"/>
              <a:buChar char="§"/>
            </a:pPr>
            <a:r>
              <a:rPr lang="pt-BR" dirty="0"/>
              <a:t>Falta de espaço em disco;</a:t>
            </a:r>
          </a:p>
          <a:p>
            <a:pPr lvl="2" algn="just">
              <a:buFont typeface="Wingdings" panose="020B0604020202020204" pitchFamily="34" charset="0"/>
              <a:buChar char="§"/>
            </a:pPr>
            <a:r>
              <a:rPr lang="pt-BR" dirty="0"/>
              <a:t>Aumento por tempo prolongado nos processos de leitura/escrita em disco;</a:t>
            </a:r>
          </a:p>
          <a:p>
            <a:pPr lvl="2" algn="just">
              <a:buFont typeface="Wingdings" panose="020B0604020202020204" pitchFamily="34" charset="0"/>
              <a:buChar char="§"/>
            </a:pPr>
            <a:r>
              <a:rPr lang="pt-BR" dirty="0"/>
              <a:t>Alto fluxo de rede (</a:t>
            </a:r>
            <a:r>
              <a:rPr lang="pt-BR" dirty="0" err="1"/>
              <a:t>throughput</a:t>
            </a:r>
            <a:r>
              <a:rPr lang="pt-BR" dirty="0"/>
              <a:t>).</a:t>
            </a:r>
          </a:p>
          <a:p>
            <a:pPr lvl="1" algn="just">
              <a:buFont typeface="Courier New" panose="020B0604020202020204" pitchFamily="34" charset="0"/>
              <a:buChar char="o"/>
            </a:pPr>
            <a:r>
              <a:rPr lang="pt-BR" dirty="0"/>
              <a:t>O intuito desse painel é trazer essas informações reunidas em um único lugar e facilitar a análise de problemas, ações corretivas e proativas.</a:t>
            </a:r>
          </a:p>
        </p:txBody>
      </p:sp>
    </p:spTree>
    <p:extLst>
      <p:ext uri="{BB962C8B-B14F-4D97-AF65-F5344CB8AC3E}">
        <p14:creationId xmlns:p14="http://schemas.microsoft.com/office/powerpoint/2010/main" val="10624683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88932B8-0154-21C4-BE33-9A7230676B2B}"/>
              </a:ext>
            </a:extLst>
          </p:cNvPr>
          <p:cNvSpPr>
            <a:spLocks noGrp="1"/>
          </p:cNvSpPr>
          <p:nvPr>
            <p:ph type="title"/>
          </p:nvPr>
        </p:nvSpPr>
        <p:spPr>
          <a:xfrm>
            <a:off x="571500" y="2344"/>
            <a:ext cx="11049000" cy="1161836"/>
          </a:xfrm>
        </p:spPr>
        <p:txBody>
          <a:bodyPr/>
          <a:lstStyle/>
          <a:p>
            <a:r>
              <a:rPr lang="pt-BR" dirty="0">
                <a:latin typeface="Batang"/>
                <a:ea typeface="Batang"/>
              </a:rPr>
              <a:t>Desafio ML – Arquitetura Final</a:t>
            </a:r>
            <a:endParaRPr lang="pt-BR" dirty="0"/>
          </a:p>
        </p:txBody>
      </p:sp>
      <p:pic>
        <p:nvPicPr>
          <p:cNvPr id="3" name="Imagem 2" descr="Diagrama&#10;&#10;Descrição gerada automaticamente">
            <a:extLst>
              <a:ext uri="{FF2B5EF4-FFF2-40B4-BE49-F238E27FC236}">
                <a16:creationId xmlns:a16="http://schemas.microsoft.com/office/drawing/2014/main" id="{7F89144C-41B6-328F-0030-EB7BAC7906A3}"/>
              </a:ext>
            </a:extLst>
          </p:cNvPr>
          <p:cNvPicPr>
            <a:picLocks noChangeAspect="1"/>
          </p:cNvPicPr>
          <p:nvPr/>
        </p:nvPicPr>
        <p:blipFill>
          <a:blip r:embed="rId2"/>
          <a:stretch>
            <a:fillRect/>
          </a:stretch>
        </p:blipFill>
        <p:spPr>
          <a:xfrm>
            <a:off x="2501144" y="928817"/>
            <a:ext cx="7200007" cy="5000367"/>
          </a:xfrm>
          <a:prstGeom prst="rect">
            <a:avLst/>
          </a:prstGeom>
        </p:spPr>
      </p:pic>
    </p:spTree>
    <p:extLst>
      <p:ext uri="{BB962C8B-B14F-4D97-AF65-F5344CB8AC3E}">
        <p14:creationId xmlns:p14="http://schemas.microsoft.com/office/powerpoint/2010/main" val="29807985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0F3CEE3-C848-1AB0-4EC2-3E84F4DADAA4}"/>
              </a:ext>
            </a:extLst>
          </p:cNvPr>
          <p:cNvSpPr>
            <a:spLocks noGrp="1"/>
          </p:cNvSpPr>
          <p:nvPr>
            <p:ph type="title"/>
          </p:nvPr>
        </p:nvSpPr>
        <p:spPr/>
        <p:txBody>
          <a:bodyPr/>
          <a:lstStyle/>
          <a:p>
            <a:r>
              <a:rPr lang="pt-BR" dirty="0">
                <a:latin typeface="Batang"/>
                <a:ea typeface="Batang"/>
              </a:rPr>
              <a:t>Desafio ML – Alertas</a:t>
            </a:r>
            <a:endParaRPr lang="pt-BR" dirty="0"/>
          </a:p>
        </p:txBody>
      </p:sp>
      <p:sp>
        <p:nvSpPr>
          <p:cNvPr id="3" name="Espaço Reservado para Conteúdo 2">
            <a:extLst>
              <a:ext uri="{FF2B5EF4-FFF2-40B4-BE49-F238E27FC236}">
                <a16:creationId xmlns:a16="http://schemas.microsoft.com/office/drawing/2014/main" id="{20F21C58-631B-AD41-0606-0CC224A4A183}"/>
              </a:ext>
            </a:extLst>
          </p:cNvPr>
          <p:cNvSpPr>
            <a:spLocks noGrp="1"/>
          </p:cNvSpPr>
          <p:nvPr>
            <p:ph idx="1"/>
          </p:nvPr>
        </p:nvSpPr>
        <p:spPr/>
        <p:txBody>
          <a:bodyPr vert="horz" lIns="91440" tIns="45720" rIns="91440" bIns="45720" rtlCol="0" anchor="t">
            <a:normAutofit/>
          </a:bodyPr>
          <a:lstStyle/>
          <a:p>
            <a:pPr lvl="1" algn="just">
              <a:buFont typeface="Courier New" panose="020B0604020202020204" pitchFamily="34" charset="0"/>
              <a:buChar char="o"/>
            </a:pPr>
            <a:r>
              <a:rPr lang="pt-BR" dirty="0"/>
              <a:t>Banco de Dados</a:t>
            </a:r>
          </a:p>
          <a:p>
            <a:pPr lvl="2" algn="just">
              <a:buFont typeface="Wingdings" panose="020B0604020202020204" pitchFamily="34" charset="0"/>
              <a:buChar char="§"/>
            </a:pPr>
            <a:r>
              <a:rPr lang="pt-BR" dirty="0"/>
              <a:t>Alertar para alto uso de CPU, por exemplo &gt; 80%, por mais de 5 minutos;</a:t>
            </a:r>
          </a:p>
          <a:p>
            <a:pPr lvl="2" algn="just">
              <a:buFont typeface="Wingdings" panose="020B0604020202020204" pitchFamily="34" charset="0"/>
              <a:buChar char="§"/>
            </a:pPr>
            <a:r>
              <a:rPr lang="pt-BR" dirty="0"/>
              <a:t>Alertar para alto uso de memória RAM, por exemplo &gt; 80%;</a:t>
            </a:r>
          </a:p>
          <a:p>
            <a:pPr lvl="2" algn="just">
              <a:buFont typeface="Wingdings" panose="020B0604020202020204" pitchFamily="34" charset="0"/>
              <a:buChar char="§"/>
            </a:pPr>
            <a:r>
              <a:rPr lang="pt-BR" dirty="0"/>
              <a:t>Alertar para falta de espaço em disco, por exemplo &gt; 80%;</a:t>
            </a:r>
          </a:p>
          <a:p>
            <a:pPr lvl="2" algn="just">
              <a:buFont typeface="Wingdings" panose="020B0604020202020204" pitchFamily="34" charset="0"/>
              <a:buChar char="§"/>
            </a:pPr>
            <a:r>
              <a:rPr lang="pt-BR" dirty="0"/>
              <a:t>Alta nas operações de leitura/escrito em disco (faixa a definir);</a:t>
            </a:r>
          </a:p>
          <a:p>
            <a:pPr lvl="2" algn="just">
              <a:buFont typeface="Wingdings" panose="020B0604020202020204" pitchFamily="34" charset="0"/>
              <a:buChar char="§"/>
            </a:pPr>
            <a:r>
              <a:rPr lang="pt-BR" dirty="0"/>
              <a:t>Tempo de resposta de </a:t>
            </a:r>
            <a:r>
              <a:rPr lang="pt-BR" dirty="0" err="1"/>
              <a:t>querys</a:t>
            </a:r>
            <a:r>
              <a:rPr lang="pt-BR" dirty="0"/>
              <a:t>;</a:t>
            </a:r>
          </a:p>
          <a:p>
            <a:pPr lvl="2" algn="just">
              <a:buFont typeface="Wingdings" panose="020B0604020202020204" pitchFamily="34" charset="0"/>
              <a:buChar char="§"/>
            </a:pPr>
            <a:r>
              <a:rPr lang="pt-BR" dirty="0"/>
              <a:t>Número de conexões ativas;</a:t>
            </a:r>
          </a:p>
          <a:p>
            <a:pPr lvl="2" algn="just">
              <a:buFont typeface="Wingdings" panose="020B0604020202020204" pitchFamily="34" charset="0"/>
              <a:buChar char="§"/>
            </a:pPr>
            <a:r>
              <a:rPr lang="pt-BR" dirty="0"/>
              <a:t>Alto uso de rede (faixa a definir).</a:t>
            </a:r>
          </a:p>
        </p:txBody>
      </p:sp>
    </p:spTree>
    <p:extLst>
      <p:ext uri="{BB962C8B-B14F-4D97-AF65-F5344CB8AC3E}">
        <p14:creationId xmlns:p14="http://schemas.microsoft.com/office/powerpoint/2010/main" val="37353862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B53F1B4-D703-B5FD-666C-FBC5FCE72627}"/>
              </a:ext>
            </a:extLst>
          </p:cNvPr>
          <p:cNvSpPr>
            <a:spLocks noGrp="1"/>
          </p:cNvSpPr>
          <p:nvPr>
            <p:ph type="title"/>
          </p:nvPr>
        </p:nvSpPr>
        <p:spPr/>
        <p:txBody>
          <a:bodyPr/>
          <a:lstStyle/>
          <a:p>
            <a:r>
              <a:rPr lang="pt-BR" dirty="0">
                <a:latin typeface="Batang"/>
                <a:ea typeface="Batang"/>
              </a:rPr>
              <a:t>Desafio ML - Alertas</a:t>
            </a:r>
            <a:endParaRPr lang="pt-BR" dirty="0"/>
          </a:p>
        </p:txBody>
      </p:sp>
      <p:sp>
        <p:nvSpPr>
          <p:cNvPr id="3" name="Espaço Reservado para Conteúdo 2">
            <a:extLst>
              <a:ext uri="{FF2B5EF4-FFF2-40B4-BE49-F238E27FC236}">
                <a16:creationId xmlns:a16="http://schemas.microsoft.com/office/drawing/2014/main" id="{68DEF78D-AD23-A1D6-6FDF-38834F7C4C5F}"/>
              </a:ext>
            </a:extLst>
          </p:cNvPr>
          <p:cNvSpPr>
            <a:spLocks noGrp="1"/>
          </p:cNvSpPr>
          <p:nvPr>
            <p:ph idx="1"/>
          </p:nvPr>
        </p:nvSpPr>
        <p:spPr/>
        <p:txBody>
          <a:bodyPr vert="horz" lIns="91440" tIns="45720" rIns="91440" bIns="45720" rtlCol="0" anchor="t">
            <a:normAutofit/>
          </a:bodyPr>
          <a:lstStyle/>
          <a:p>
            <a:pPr lvl="1" algn="just">
              <a:buFont typeface="Courier New" panose="020B0604020202020204" pitchFamily="34" charset="0"/>
              <a:buChar char="o"/>
            </a:pPr>
            <a:r>
              <a:rPr lang="pt-BR" dirty="0"/>
              <a:t>App</a:t>
            </a:r>
          </a:p>
          <a:p>
            <a:pPr lvl="2" algn="just">
              <a:buFont typeface="Wingdings" panose="020B0604020202020204" pitchFamily="34" charset="0"/>
              <a:buChar char="§"/>
            </a:pPr>
            <a:r>
              <a:rPr lang="pt-BR" dirty="0"/>
              <a:t>Alertar falta de disponibilidade da APP por um período de tempo &gt; X;</a:t>
            </a:r>
          </a:p>
          <a:p>
            <a:pPr lvl="2" algn="just">
              <a:buFont typeface="Wingdings" panose="020B0604020202020204" pitchFamily="34" charset="0"/>
              <a:buChar char="§"/>
            </a:pPr>
            <a:r>
              <a:rPr lang="pt-BR" dirty="0"/>
              <a:t>Alertar se a APP está respondendo às chamadas da forma esperada;</a:t>
            </a:r>
          </a:p>
          <a:p>
            <a:pPr lvl="2" algn="just">
              <a:buFont typeface="Wingdings" panose="020B0604020202020204" pitchFamily="34" charset="0"/>
              <a:buChar char="§"/>
            </a:pPr>
            <a:r>
              <a:rPr lang="pt-BR" dirty="0"/>
              <a:t>Alertar quando o tempo de reposta aumentar e se mantiver alto por um período &gt; X;</a:t>
            </a:r>
          </a:p>
          <a:p>
            <a:pPr lvl="2" algn="just">
              <a:buFont typeface="Wingdings" panose="020B0604020202020204" pitchFamily="34" charset="0"/>
              <a:buChar char="§"/>
            </a:pPr>
            <a:r>
              <a:rPr lang="pt-BR" dirty="0"/>
              <a:t>Alertar quando a taxa de erros passar um determinado patamar;</a:t>
            </a:r>
          </a:p>
          <a:p>
            <a:pPr lvl="2" algn="just">
              <a:buFont typeface="Wingdings" panose="020B0604020202020204" pitchFamily="34" charset="0"/>
              <a:buChar char="§"/>
            </a:pPr>
            <a:r>
              <a:rPr lang="pt-BR" dirty="0"/>
              <a:t>Alertar tentativas de acesso não autorizadas;</a:t>
            </a:r>
          </a:p>
          <a:p>
            <a:pPr lvl="2" algn="just">
              <a:buFont typeface="Wingdings" panose="020B0604020202020204" pitchFamily="34" charset="0"/>
              <a:buChar char="§"/>
            </a:pPr>
            <a:r>
              <a:rPr lang="pt-BR" dirty="0"/>
              <a:t>Alertar falhas de autenticação;</a:t>
            </a:r>
          </a:p>
          <a:p>
            <a:pPr lvl="2" algn="just">
              <a:buFont typeface="Wingdings" panose="020B0604020202020204" pitchFamily="34" charset="0"/>
              <a:buChar char="§"/>
            </a:pPr>
            <a:r>
              <a:rPr lang="pt-BR" dirty="0"/>
              <a:t>Alertar sobre a disponibilidade das dependências da APP (banco, ALB, algum serviço externo, </a:t>
            </a:r>
            <a:r>
              <a:rPr lang="pt-BR" dirty="0" err="1"/>
              <a:t>etc</a:t>
            </a:r>
            <a:r>
              <a:rPr lang="pt-BR" dirty="0"/>
              <a:t>). </a:t>
            </a:r>
          </a:p>
          <a:p>
            <a:pPr marL="228600" lvl="1" indent="0" algn="just">
              <a:buNone/>
            </a:pPr>
            <a:endParaRPr lang="pt-BR" dirty="0"/>
          </a:p>
        </p:txBody>
      </p:sp>
    </p:spTree>
    <p:extLst>
      <p:ext uri="{BB962C8B-B14F-4D97-AF65-F5344CB8AC3E}">
        <p14:creationId xmlns:p14="http://schemas.microsoft.com/office/powerpoint/2010/main" val="13385222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43A2C2-9ABA-3152-E091-72CACCD7376C}"/>
              </a:ext>
            </a:extLst>
          </p:cNvPr>
          <p:cNvSpPr>
            <a:spLocks noGrp="1"/>
          </p:cNvSpPr>
          <p:nvPr>
            <p:ph type="title"/>
          </p:nvPr>
        </p:nvSpPr>
        <p:spPr/>
        <p:txBody>
          <a:bodyPr/>
          <a:lstStyle/>
          <a:p>
            <a:r>
              <a:rPr lang="pt-BR" dirty="0">
                <a:latin typeface="Batang"/>
                <a:ea typeface="Batang"/>
              </a:rPr>
              <a:t>Desafio ML - Alertas</a:t>
            </a:r>
            <a:endParaRPr lang="pt-BR" dirty="0"/>
          </a:p>
        </p:txBody>
      </p:sp>
      <p:sp>
        <p:nvSpPr>
          <p:cNvPr id="3" name="Espaço Reservado para Conteúdo 2">
            <a:extLst>
              <a:ext uri="{FF2B5EF4-FFF2-40B4-BE49-F238E27FC236}">
                <a16:creationId xmlns:a16="http://schemas.microsoft.com/office/drawing/2014/main" id="{73255BA8-D584-AD9D-BD74-14ECC66B30E6}"/>
              </a:ext>
            </a:extLst>
          </p:cNvPr>
          <p:cNvSpPr>
            <a:spLocks noGrp="1"/>
          </p:cNvSpPr>
          <p:nvPr>
            <p:ph idx="1"/>
          </p:nvPr>
        </p:nvSpPr>
        <p:spPr/>
        <p:txBody>
          <a:bodyPr vert="horz" lIns="91440" tIns="45720" rIns="91440" bIns="45720" rtlCol="0" anchor="t">
            <a:normAutofit/>
          </a:bodyPr>
          <a:lstStyle/>
          <a:p>
            <a:pPr lvl="1" algn="just">
              <a:buFont typeface="Courier New" panose="020B0604020202020204" pitchFamily="34" charset="0"/>
              <a:buChar char="o"/>
            </a:pPr>
            <a:r>
              <a:rPr lang="pt-BR" dirty="0"/>
              <a:t>Cluster </a:t>
            </a:r>
            <a:r>
              <a:rPr lang="pt-BR" dirty="0" err="1"/>
              <a:t>kubernetes</a:t>
            </a:r>
            <a:endParaRPr lang="pt-BR" dirty="0"/>
          </a:p>
          <a:p>
            <a:pPr lvl="2" algn="just">
              <a:buFont typeface="Wingdings" panose="020B0604020202020204" pitchFamily="34" charset="0"/>
              <a:buChar char="§"/>
            </a:pPr>
            <a:r>
              <a:rPr lang="pt-BR" dirty="0"/>
              <a:t>Alertar sobre alto uso de recursos em cada nó (CPU, Memória, Disco e Conectividade de rede);</a:t>
            </a:r>
          </a:p>
          <a:p>
            <a:pPr lvl="2" algn="just">
              <a:buFont typeface="Wingdings" panose="020B0604020202020204" pitchFamily="34" charset="0"/>
              <a:buChar char="§"/>
            </a:pPr>
            <a:r>
              <a:rPr lang="pt-BR" dirty="0"/>
              <a:t>Problemas na escalabilidade do cluster.</a:t>
            </a:r>
          </a:p>
          <a:p>
            <a:pPr lvl="2" algn="just">
              <a:buFont typeface="Wingdings" panose="020B0604020202020204" pitchFamily="34" charset="0"/>
              <a:buChar char="§"/>
            </a:pPr>
            <a:endParaRPr lang="pt-BR" dirty="0"/>
          </a:p>
          <a:p>
            <a:pPr marL="502920" lvl="2" indent="0" algn="just">
              <a:buNone/>
            </a:pPr>
            <a:endParaRPr lang="pt-BR" dirty="0"/>
          </a:p>
          <a:p>
            <a:pPr lvl="1" algn="just">
              <a:buFont typeface="Courier New" panose="020B0604020202020204" pitchFamily="34" charset="0"/>
              <a:buChar char="o"/>
            </a:pPr>
            <a:endParaRPr lang="pt-BR" dirty="0"/>
          </a:p>
          <a:p>
            <a:pPr lvl="1" algn="just">
              <a:buFont typeface="Courier New" panose="020B0604020202020204" pitchFamily="34" charset="0"/>
              <a:buChar char="o"/>
            </a:pPr>
            <a:endParaRPr lang="pt-BR" dirty="0"/>
          </a:p>
        </p:txBody>
      </p:sp>
    </p:spTree>
    <p:extLst>
      <p:ext uri="{BB962C8B-B14F-4D97-AF65-F5344CB8AC3E}">
        <p14:creationId xmlns:p14="http://schemas.microsoft.com/office/powerpoint/2010/main" val="23654492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F82E613-450C-B4D6-4FC8-7B52E680FEFF}"/>
              </a:ext>
            </a:extLst>
          </p:cNvPr>
          <p:cNvSpPr>
            <a:spLocks noGrp="1"/>
          </p:cNvSpPr>
          <p:nvPr>
            <p:ph type="title"/>
          </p:nvPr>
        </p:nvSpPr>
        <p:spPr/>
        <p:txBody>
          <a:bodyPr/>
          <a:lstStyle/>
          <a:p>
            <a:r>
              <a:rPr lang="pt-BR" dirty="0">
                <a:latin typeface="Batang"/>
                <a:ea typeface="Batang"/>
              </a:rPr>
              <a:t>Desafio ML - Oportunidades</a:t>
            </a:r>
            <a:endParaRPr lang="pt-BR" dirty="0"/>
          </a:p>
        </p:txBody>
      </p:sp>
      <p:sp>
        <p:nvSpPr>
          <p:cNvPr id="3" name="Espaço Reservado para Conteúdo 2">
            <a:extLst>
              <a:ext uri="{FF2B5EF4-FFF2-40B4-BE49-F238E27FC236}">
                <a16:creationId xmlns:a16="http://schemas.microsoft.com/office/drawing/2014/main" id="{FB25E1BC-7EE8-0226-2BCE-49273ED1036A}"/>
              </a:ext>
            </a:extLst>
          </p:cNvPr>
          <p:cNvSpPr>
            <a:spLocks noGrp="1"/>
          </p:cNvSpPr>
          <p:nvPr>
            <p:ph idx="1"/>
          </p:nvPr>
        </p:nvSpPr>
        <p:spPr/>
        <p:txBody>
          <a:bodyPr vert="horz" lIns="91440" tIns="45720" rIns="91440" bIns="45720" rtlCol="0" anchor="t">
            <a:normAutofit/>
          </a:bodyPr>
          <a:lstStyle/>
          <a:p>
            <a:pPr lvl="1" algn="just">
              <a:buFont typeface="Courier New" panose="020B0604020202020204" pitchFamily="34" charset="0"/>
              <a:buChar char="o"/>
            </a:pPr>
            <a:r>
              <a:rPr lang="pt-BR" dirty="0"/>
              <a:t>Todo projeto deve ser constantemente revisitado a fim de se aplicar a melhoria contínua em todo o processo, por isso a parte de monitoramento é um dos pilares do </a:t>
            </a:r>
            <a:r>
              <a:rPr lang="pt-BR" dirty="0" err="1"/>
              <a:t>DevOps</a:t>
            </a:r>
            <a:r>
              <a:rPr lang="pt-BR" dirty="0"/>
              <a:t>, ele auxilia na resolução de problemas e incidentes mas também traz oportunidades de melhoria em todo o projeto.</a:t>
            </a:r>
            <a:br>
              <a:rPr lang="pt-BR" dirty="0"/>
            </a:br>
            <a:endParaRPr lang="pt-BR" dirty="0"/>
          </a:p>
          <a:p>
            <a:pPr lvl="1" algn="just">
              <a:buFont typeface="Courier New" panose="020B0604020202020204" pitchFamily="34" charset="0"/>
              <a:buChar char="o"/>
            </a:pPr>
            <a:r>
              <a:rPr lang="pt-BR" dirty="0"/>
              <a:t>Para fins de demonstração, e pelo tempo de projeto, a aplicação foi construída de forma simples e implementada numa infra quase básica, mas isso não impede de apresentarmos algumas melhorias que poderiam ser implementadas numa aplicação de que vai subir para produção.</a:t>
            </a:r>
          </a:p>
          <a:p>
            <a:pPr marL="228600" lvl="1" indent="0" algn="just">
              <a:buNone/>
            </a:pPr>
            <a:endParaRPr lang="pt-BR" dirty="0"/>
          </a:p>
        </p:txBody>
      </p:sp>
    </p:spTree>
    <p:extLst>
      <p:ext uri="{BB962C8B-B14F-4D97-AF65-F5344CB8AC3E}">
        <p14:creationId xmlns:p14="http://schemas.microsoft.com/office/powerpoint/2010/main" val="25364912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5CA9E9-01C4-B697-5FC5-0116B46C068C}"/>
              </a:ext>
            </a:extLst>
          </p:cNvPr>
          <p:cNvSpPr>
            <a:spLocks noGrp="1"/>
          </p:cNvSpPr>
          <p:nvPr>
            <p:ph type="title"/>
          </p:nvPr>
        </p:nvSpPr>
        <p:spPr/>
        <p:txBody>
          <a:bodyPr/>
          <a:lstStyle/>
          <a:p>
            <a:r>
              <a:rPr lang="pt-BR" dirty="0">
                <a:latin typeface="Batang"/>
                <a:ea typeface="Batang"/>
              </a:rPr>
              <a:t>Desafio ML - Oportunidades</a:t>
            </a:r>
            <a:endParaRPr lang="pt-BR" dirty="0"/>
          </a:p>
        </p:txBody>
      </p:sp>
      <p:sp>
        <p:nvSpPr>
          <p:cNvPr id="3" name="Espaço Reservado para Conteúdo 2">
            <a:extLst>
              <a:ext uri="{FF2B5EF4-FFF2-40B4-BE49-F238E27FC236}">
                <a16:creationId xmlns:a16="http://schemas.microsoft.com/office/drawing/2014/main" id="{9795353D-870B-8645-9D67-8E5792EDB627}"/>
              </a:ext>
            </a:extLst>
          </p:cNvPr>
          <p:cNvSpPr>
            <a:spLocks noGrp="1"/>
          </p:cNvSpPr>
          <p:nvPr>
            <p:ph idx="1"/>
          </p:nvPr>
        </p:nvSpPr>
        <p:spPr>
          <a:xfrm>
            <a:off x="571499" y="1981904"/>
            <a:ext cx="11048088" cy="4555754"/>
          </a:xfrm>
        </p:spPr>
        <p:txBody>
          <a:bodyPr vert="horz" lIns="91440" tIns="45720" rIns="91440" bIns="45720" rtlCol="0" anchor="t">
            <a:normAutofit fontScale="77500" lnSpcReduction="20000"/>
          </a:bodyPr>
          <a:lstStyle/>
          <a:p>
            <a:pPr lvl="1" algn="just">
              <a:buFont typeface="Courier New" panose="020B0604020202020204" pitchFamily="34" charset="0"/>
              <a:buChar char="o"/>
            </a:pPr>
            <a:r>
              <a:rPr lang="pt-BR" dirty="0"/>
              <a:t>Banco de Dados RDS</a:t>
            </a:r>
          </a:p>
          <a:p>
            <a:pPr lvl="2" algn="just">
              <a:buFont typeface="Wingdings" panose="020B0604020202020204" pitchFamily="34" charset="0"/>
              <a:buChar char="§"/>
            </a:pPr>
            <a:r>
              <a:rPr lang="pt-BR" dirty="0"/>
              <a:t>Opção de configuração </a:t>
            </a:r>
            <a:r>
              <a:rPr lang="pt-BR" dirty="0" err="1"/>
              <a:t>Multi-AZ</a:t>
            </a:r>
            <a:r>
              <a:rPr lang="pt-BR" dirty="0"/>
              <a:t> para alta disponibilidade;</a:t>
            </a:r>
          </a:p>
          <a:p>
            <a:pPr lvl="2" algn="just">
              <a:buFont typeface="Wingdings" panose="020B0604020202020204" pitchFamily="34" charset="0"/>
              <a:buChar char="§"/>
            </a:pPr>
            <a:r>
              <a:rPr lang="pt-BR" dirty="0"/>
              <a:t>Pode ser criado com réplicas para leitura de dados somente, o que diminui as operações de IOPS;</a:t>
            </a:r>
          </a:p>
          <a:p>
            <a:pPr lvl="1" algn="just">
              <a:buFont typeface="Courier New" panose="020B0604020202020204" pitchFamily="34" charset="0"/>
              <a:buChar char="o"/>
            </a:pPr>
            <a:r>
              <a:rPr lang="pt-BR" dirty="0"/>
              <a:t>Cluster EKS</a:t>
            </a:r>
          </a:p>
          <a:p>
            <a:pPr lvl="2" algn="just">
              <a:buFont typeface="Wingdings" panose="020B0604020202020204" pitchFamily="34" charset="0"/>
              <a:buChar char="§"/>
            </a:pPr>
            <a:r>
              <a:rPr lang="pt-BR" dirty="0">
                <a:ea typeface="+mn-lt"/>
                <a:cs typeface="+mn-lt"/>
              </a:rPr>
              <a:t>Configurar um serviço de </a:t>
            </a:r>
            <a:r>
              <a:rPr lang="pt-BR" dirty="0" err="1">
                <a:ea typeface="+mn-lt"/>
                <a:cs typeface="+mn-lt"/>
              </a:rPr>
              <a:t>ingress</a:t>
            </a:r>
            <a:r>
              <a:rPr lang="pt-BR" dirty="0">
                <a:ea typeface="+mn-lt"/>
                <a:cs typeface="+mn-lt"/>
              </a:rPr>
              <a:t>, com o AWS </a:t>
            </a:r>
            <a:r>
              <a:rPr lang="pt-BR" dirty="0" err="1">
                <a:ea typeface="+mn-lt"/>
                <a:cs typeface="+mn-lt"/>
              </a:rPr>
              <a:t>Application</a:t>
            </a:r>
            <a:r>
              <a:rPr lang="pt-BR" dirty="0">
                <a:ea typeface="+mn-lt"/>
                <a:cs typeface="+mn-lt"/>
              </a:rPr>
              <a:t> </a:t>
            </a:r>
            <a:r>
              <a:rPr lang="pt-BR" dirty="0" err="1">
                <a:ea typeface="+mn-lt"/>
                <a:cs typeface="+mn-lt"/>
              </a:rPr>
              <a:t>Load</a:t>
            </a:r>
            <a:r>
              <a:rPr lang="pt-BR" dirty="0">
                <a:ea typeface="+mn-lt"/>
                <a:cs typeface="+mn-lt"/>
              </a:rPr>
              <a:t> </a:t>
            </a:r>
            <a:r>
              <a:rPr lang="pt-BR" dirty="0" err="1">
                <a:ea typeface="+mn-lt"/>
                <a:cs typeface="+mn-lt"/>
              </a:rPr>
              <a:t>Balancer</a:t>
            </a:r>
            <a:r>
              <a:rPr lang="pt-BR" dirty="0">
                <a:ea typeface="+mn-lt"/>
                <a:cs typeface="+mn-lt"/>
              </a:rPr>
              <a:t>, NGINX </a:t>
            </a:r>
            <a:r>
              <a:rPr lang="pt-BR" dirty="0" err="1">
                <a:ea typeface="+mn-lt"/>
                <a:cs typeface="+mn-lt"/>
              </a:rPr>
              <a:t>Ingress</a:t>
            </a:r>
            <a:r>
              <a:rPr lang="pt-BR" dirty="0">
                <a:ea typeface="+mn-lt"/>
                <a:cs typeface="+mn-lt"/>
              </a:rPr>
              <a:t> </a:t>
            </a:r>
            <a:r>
              <a:rPr lang="pt-BR" dirty="0" err="1">
                <a:ea typeface="+mn-lt"/>
                <a:cs typeface="+mn-lt"/>
              </a:rPr>
              <a:t>Controller</a:t>
            </a:r>
            <a:r>
              <a:rPr lang="pt-BR" dirty="0">
                <a:ea typeface="+mn-lt"/>
                <a:cs typeface="+mn-lt"/>
              </a:rPr>
              <a:t> ou </a:t>
            </a:r>
            <a:r>
              <a:rPr lang="pt-BR" dirty="0" err="1">
                <a:ea typeface="+mn-lt"/>
                <a:cs typeface="+mn-lt"/>
              </a:rPr>
              <a:t>Traefik</a:t>
            </a:r>
            <a:r>
              <a:rPr lang="pt-BR" dirty="0">
                <a:ea typeface="+mn-lt"/>
                <a:cs typeface="+mn-lt"/>
              </a:rPr>
              <a:t>, para rotear o tráfego para os aplicativos dentro do cluster </a:t>
            </a:r>
            <a:r>
              <a:rPr lang="pt-BR" dirty="0" err="1">
                <a:ea typeface="+mn-lt"/>
                <a:cs typeface="+mn-lt"/>
              </a:rPr>
              <a:t>Kubernetes</a:t>
            </a:r>
            <a:r>
              <a:rPr lang="pt-BR" dirty="0">
                <a:ea typeface="+mn-lt"/>
                <a:cs typeface="+mn-lt"/>
              </a:rPr>
              <a:t>;</a:t>
            </a:r>
            <a:endParaRPr lang="pt-BR" dirty="0"/>
          </a:p>
          <a:p>
            <a:pPr lvl="2" algn="just">
              <a:buFont typeface="Wingdings" panose="020B0604020202020204" pitchFamily="34" charset="0"/>
              <a:buChar char="§"/>
            </a:pPr>
            <a:r>
              <a:rPr lang="pt-BR" dirty="0"/>
              <a:t>Implementar uma ferramenta de aferição de custos, por exemplo </a:t>
            </a:r>
            <a:r>
              <a:rPr lang="pt-BR" dirty="0" err="1"/>
              <a:t>kubecost</a:t>
            </a:r>
            <a:r>
              <a:rPr lang="pt-BR" dirty="0"/>
              <a:t>;</a:t>
            </a:r>
          </a:p>
          <a:p>
            <a:pPr lvl="2" algn="just">
              <a:buFont typeface="Wingdings" panose="020B0604020202020204" pitchFamily="34" charset="0"/>
              <a:buChar char="§"/>
            </a:pPr>
            <a:r>
              <a:rPr lang="pt-BR" dirty="0"/>
              <a:t>Implantar uma ferramenta de gerenciamento visual para  </a:t>
            </a:r>
            <a:r>
              <a:rPr lang="pt-BR" dirty="0" err="1"/>
              <a:t>kubernetes</a:t>
            </a:r>
            <a:r>
              <a:rPr lang="pt-BR" dirty="0"/>
              <a:t>, como </a:t>
            </a:r>
            <a:r>
              <a:rPr lang="pt-BR" dirty="0" err="1"/>
              <a:t>Rancher</a:t>
            </a:r>
            <a:r>
              <a:rPr lang="pt-BR" dirty="0"/>
              <a:t> ou painel do </a:t>
            </a:r>
            <a:r>
              <a:rPr lang="pt-BR" dirty="0" err="1"/>
              <a:t>Kubernetes</a:t>
            </a:r>
            <a:r>
              <a:rPr lang="pt-BR" dirty="0"/>
              <a:t>; </a:t>
            </a:r>
          </a:p>
          <a:p>
            <a:pPr lvl="1" algn="just">
              <a:buFont typeface="Courier New" panose="020B0604020202020204" pitchFamily="34" charset="0"/>
              <a:buChar char="o"/>
            </a:pPr>
            <a:r>
              <a:rPr lang="pt-BR" dirty="0"/>
              <a:t>App</a:t>
            </a:r>
          </a:p>
          <a:p>
            <a:pPr lvl="2" algn="just">
              <a:buFont typeface="Wingdings" panose="020B0604020202020204" pitchFamily="34" charset="0"/>
              <a:buChar char="§"/>
            </a:pPr>
            <a:r>
              <a:rPr lang="pt-BR" dirty="0"/>
              <a:t>Implementação de </a:t>
            </a:r>
            <a:r>
              <a:rPr lang="pt-BR" err="1"/>
              <a:t>Request</a:t>
            </a:r>
            <a:r>
              <a:rPr lang="pt-BR" dirty="0"/>
              <a:t> e Limits;</a:t>
            </a:r>
          </a:p>
          <a:p>
            <a:pPr lvl="2" algn="just">
              <a:buFont typeface="Wingdings" panose="020B0604020202020204" pitchFamily="34" charset="0"/>
              <a:buChar char="§"/>
            </a:pPr>
            <a:r>
              <a:rPr lang="pt-BR" dirty="0"/>
              <a:t>Implementação de HPA;</a:t>
            </a:r>
          </a:p>
          <a:p>
            <a:pPr lvl="2" algn="just">
              <a:buFont typeface="Wingdings" panose="020B0604020202020204" pitchFamily="34" charset="0"/>
              <a:buChar char="§"/>
            </a:pPr>
            <a:r>
              <a:rPr lang="pt-BR" dirty="0"/>
              <a:t>Coleta de logs* e envio para APM;</a:t>
            </a:r>
          </a:p>
          <a:p>
            <a:pPr lvl="2" algn="just">
              <a:buFont typeface="Wingdings" panose="020B0604020202020204" pitchFamily="34" charset="0"/>
              <a:buChar char="§"/>
            </a:pPr>
            <a:r>
              <a:rPr lang="pt-BR" dirty="0"/>
              <a:t>Implementação de variáveis de ambiente e cofre de senhas;</a:t>
            </a:r>
          </a:p>
          <a:p>
            <a:pPr lvl="1" algn="just">
              <a:buFont typeface="Courier New" panose="020B0604020202020204" pitchFamily="34" charset="0"/>
              <a:buChar char="o"/>
            </a:pPr>
            <a:r>
              <a:rPr lang="pt-BR" dirty="0"/>
              <a:t>API Gateway</a:t>
            </a:r>
          </a:p>
          <a:p>
            <a:pPr lvl="2" algn="just">
              <a:buFont typeface="Wingdings" panose="020B0604020202020204" pitchFamily="34" charset="0"/>
              <a:buChar char="§"/>
            </a:pPr>
            <a:r>
              <a:rPr lang="pt-BR" dirty="0"/>
              <a:t>A solução do Kong foi implementada de forma básica com o intuito de atender aos requisitos para demonstração, no entanto seus serviços, Kong e </a:t>
            </a:r>
            <a:r>
              <a:rPr lang="pt-BR" dirty="0" err="1"/>
              <a:t>Konga</a:t>
            </a:r>
            <a:r>
              <a:rPr lang="pt-BR" dirty="0"/>
              <a:t>, podem ser implementados num cluster </a:t>
            </a:r>
            <a:r>
              <a:rPr lang="pt-BR" dirty="0" err="1"/>
              <a:t>kubernetes</a:t>
            </a:r>
            <a:r>
              <a:rPr lang="pt-BR" dirty="0"/>
              <a:t> e sua base de dados em um banco separado.</a:t>
            </a:r>
          </a:p>
        </p:txBody>
      </p:sp>
    </p:spTree>
    <p:extLst>
      <p:ext uri="{BB962C8B-B14F-4D97-AF65-F5344CB8AC3E}">
        <p14:creationId xmlns:p14="http://schemas.microsoft.com/office/powerpoint/2010/main" val="16397159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692A789-D143-73D6-58D7-0606AA2DF789}"/>
              </a:ext>
            </a:extLst>
          </p:cNvPr>
          <p:cNvSpPr>
            <a:spLocks noGrp="1"/>
          </p:cNvSpPr>
          <p:nvPr>
            <p:ph type="title"/>
          </p:nvPr>
        </p:nvSpPr>
        <p:spPr/>
        <p:txBody>
          <a:bodyPr/>
          <a:lstStyle/>
          <a:p>
            <a:r>
              <a:rPr lang="pt-BR" dirty="0">
                <a:latin typeface="Batang"/>
                <a:ea typeface="Batang"/>
              </a:rPr>
              <a:t>Desafio ML - Oportunidades</a:t>
            </a:r>
            <a:endParaRPr lang="pt-BR" dirty="0"/>
          </a:p>
        </p:txBody>
      </p:sp>
      <p:sp>
        <p:nvSpPr>
          <p:cNvPr id="3" name="Espaço Reservado para Conteúdo 2">
            <a:extLst>
              <a:ext uri="{FF2B5EF4-FFF2-40B4-BE49-F238E27FC236}">
                <a16:creationId xmlns:a16="http://schemas.microsoft.com/office/drawing/2014/main" id="{173ED999-55F9-B70F-6353-CB7B07A7E141}"/>
              </a:ext>
            </a:extLst>
          </p:cNvPr>
          <p:cNvSpPr>
            <a:spLocks noGrp="1"/>
          </p:cNvSpPr>
          <p:nvPr>
            <p:ph idx="1"/>
          </p:nvPr>
        </p:nvSpPr>
        <p:spPr/>
        <p:txBody>
          <a:bodyPr vert="horz" lIns="91440" tIns="45720" rIns="91440" bIns="45720" rtlCol="0" anchor="t">
            <a:normAutofit/>
          </a:bodyPr>
          <a:lstStyle/>
          <a:p>
            <a:pPr lvl="1" algn="just">
              <a:buFont typeface="Courier New,monospace" panose="020B0604020202020204" pitchFamily="34" charset="0"/>
              <a:buChar char="o"/>
            </a:pPr>
            <a:r>
              <a:rPr lang="pt-BR" sz="2000" err="1">
                <a:ea typeface="+mn-lt"/>
                <a:cs typeface="+mn-lt"/>
              </a:rPr>
              <a:t>Datadog</a:t>
            </a:r>
            <a:endParaRPr lang="en-US" sz="2000">
              <a:ea typeface="+mn-lt"/>
              <a:cs typeface="+mn-lt"/>
            </a:endParaRPr>
          </a:p>
          <a:p>
            <a:pPr lvl="2" algn="just">
              <a:buFont typeface="Wingdings,Sans-Serif" panose="020B0604020202020204" pitchFamily="34" charset="0"/>
              <a:buChar char="§"/>
            </a:pPr>
            <a:r>
              <a:rPr lang="pt-BR" sz="2000" err="1">
                <a:ea typeface="+mn-lt"/>
                <a:cs typeface="+mn-lt"/>
              </a:rPr>
              <a:t>Datadog</a:t>
            </a:r>
            <a:r>
              <a:rPr lang="pt-BR" sz="2000" dirty="0">
                <a:ea typeface="+mn-lt"/>
                <a:cs typeface="+mn-lt"/>
              </a:rPr>
              <a:t> é uma ferramenta poderosa e contando com todas as integrações necessárias, parte de trace e correlação de logs, se torna imprescindível num projeto.</a:t>
            </a:r>
          </a:p>
          <a:p>
            <a:pPr marL="502920" lvl="2" indent="0" algn="just">
              <a:buNone/>
            </a:pPr>
            <a:endParaRPr lang="pt-BR" sz="2000" dirty="0">
              <a:ea typeface="+mn-lt"/>
              <a:cs typeface="+mn-lt"/>
            </a:endParaRPr>
          </a:p>
          <a:p>
            <a:pPr lvl="1" algn="just">
              <a:buFont typeface="Courier New,monospace" panose="020B0604020202020204" pitchFamily="34" charset="0"/>
              <a:buChar char="o"/>
            </a:pPr>
            <a:r>
              <a:rPr lang="pt-BR" sz="2000" dirty="0">
                <a:ea typeface="+mn-lt"/>
                <a:cs typeface="+mn-lt"/>
              </a:rPr>
              <a:t>DNS/WAF</a:t>
            </a:r>
          </a:p>
          <a:p>
            <a:pPr lvl="2" algn="just">
              <a:buFont typeface="Wingdings" panose="020B0604020202020204" pitchFamily="34" charset="0"/>
              <a:buChar char="§"/>
            </a:pPr>
            <a:r>
              <a:rPr lang="pt-BR" sz="2000" dirty="0">
                <a:ea typeface="+mn-lt"/>
                <a:cs typeface="+mn-lt"/>
              </a:rPr>
              <a:t>Como melhoria poderíamos colocar o Route53 para os endereços DNS, mas ainda mais valioso seria mandar essa funcionalidade para o </a:t>
            </a:r>
            <a:r>
              <a:rPr lang="pt-BR" sz="2000" dirty="0" err="1">
                <a:ea typeface="+mn-lt"/>
                <a:cs typeface="+mn-lt"/>
              </a:rPr>
              <a:t>CloudFlare</a:t>
            </a:r>
            <a:r>
              <a:rPr lang="pt-BR" sz="2000" dirty="0">
                <a:ea typeface="+mn-lt"/>
                <a:cs typeface="+mn-lt"/>
              </a:rPr>
              <a:t> e também fazer uso do WAF dessa solução.</a:t>
            </a:r>
          </a:p>
        </p:txBody>
      </p:sp>
    </p:spTree>
    <p:extLst>
      <p:ext uri="{BB962C8B-B14F-4D97-AF65-F5344CB8AC3E}">
        <p14:creationId xmlns:p14="http://schemas.microsoft.com/office/powerpoint/2010/main" val="391875547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A694EBF-10F5-2F2A-EA73-4670B8C4B05D}"/>
              </a:ext>
            </a:extLst>
          </p:cNvPr>
          <p:cNvSpPr>
            <a:spLocks noGrp="1"/>
          </p:cNvSpPr>
          <p:nvPr>
            <p:ph type="title"/>
          </p:nvPr>
        </p:nvSpPr>
        <p:spPr/>
        <p:txBody>
          <a:bodyPr/>
          <a:lstStyle/>
          <a:p>
            <a:r>
              <a:rPr lang="pt-BR" dirty="0">
                <a:latin typeface="Batang"/>
                <a:ea typeface="Batang"/>
              </a:rPr>
              <a:t>Desafio ML -  Contatos</a:t>
            </a:r>
            <a:endParaRPr lang="pt-BR" dirty="0"/>
          </a:p>
        </p:txBody>
      </p:sp>
      <p:sp>
        <p:nvSpPr>
          <p:cNvPr id="3" name="Espaço Reservado para Conteúdo 2">
            <a:extLst>
              <a:ext uri="{FF2B5EF4-FFF2-40B4-BE49-F238E27FC236}">
                <a16:creationId xmlns:a16="http://schemas.microsoft.com/office/drawing/2014/main" id="{8EF1D440-F066-C84F-A66F-CD8C5668B7C5}"/>
              </a:ext>
            </a:extLst>
          </p:cNvPr>
          <p:cNvSpPr>
            <a:spLocks noGrp="1"/>
          </p:cNvSpPr>
          <p:nvPr>
            <p:ph idx="1"/>
          </p:nvPr>
        </p:nvSpPr>
        <p:spPr/>
        <p:txBody>
          <a:bodyPr vert="horz" lIns="91440" tIns="45720" rIns="91440" bIns="45720" rtlCol="0" anchor="t">
            <a:normAutofit/>
          </a:bodyPr>
          <a:lstStyle/>
          <a:p>
            <a:pPr>
              <a:buFont typeface="Calibri" panose="020B0604020202020204" pitchFamily="34" charset="0"/>
              <a:buChar char="-"/>
            </a:pPr>
            <a:r>
              <a:rPr lang="pt-BR"/>
              <a:t>E-mail: </a:t>
            </a:r>
            <a:r>
              <a:rPr lang="pt-BR" dirty="0">
                <a:hlinkClick r:id="rId2"/>
              </a:rPr>
              <a:t>marcelocardozo@gmail.com</a:t>
            </a:r>
            <a:endParaRPr lang="pt-BR"/>
          </a:p>
          <a:p>
            <a:pPr marL="0" indent="0">
              <a:buNone/>
            </a:pPr>
            <a:endParaRPr lang="pt-BR" dirty="0"/>
          </a:p>
          <a:p>
            <a:pPr>
              <a:buFont typeface="Calibri" panose="020B0604020202020204" pitchFamily="34" charset="0"/>
              <a:buChar char="-"/>
            </a:pPr>
            <a:r>
              <a:rPr lang="pt-BR"/>
              <a:t>Repo</a:t>
            </a:r>
            <a:r>
              <a:rPr lang="pt-BR" dirty="0"/>
              <a:t> do projeto: </a:t>
            </a:r>
            <a:r>
              <a:rPr lang="pt-BR" dirty="0">
                <a:ea typeface="+mn-lt"/>
                <a:cs typeface="+mn-lt"/>
              </a:rPr>
              <a:t>https://github.com/marckcardozo/desafioml</a:t>
            </a:r>
            <a:endParaRPr lang="pt-BR" dirty="0"/>
          </a:p>
        </p:txBody>
      </p:sp>
    </p:spTree>
    <p:extLst>
      <p:ext uri="{BB962C8B-B14F-4D97-AF65-F5344CB8AC3E}">
        <p14:creationId xmlns:p14="http://schemas.microsoft.com/office/powerpoint/2010/main" val="2082796464"/>
      </p:ext>
    </p:extLst>
  </p:cSld>
  <p:clrMapOvr>
    <a:masterClrMapping/>
  </p:clrMapOvr>
</p:sld>
</file>

<file path=ppt/theme/theme1.xml><?xml version="1.0" encoding="utf-8"?>
<a:theme xmlns:a="http://schemas.openxmlformats.org/drawingml/2006/main" name="AlignmentVTI">
  <a:themeElements>
    <a:clrScheme name="Alignment">
      <a:dk1>
        <a:sysClr val="windowText" lastClr="000000"/>
      </a:dk1>
      <a:lt1>
        <a:sysClr val="window" lastClr="FFFFFF"/>
      </a:lt1>
      <a:dk2>
        <a:srgbClr val="3B3D38"/>
      </a:dk2>
      <a:lt2>
        <a:srgbClr val="F7F2EE"/>
      </a:lt2>
      <a:accent1>
        <a:srgbClr val="928A63"/>
      </a:accent1>
      <a:accent2>
        <a:srgbClr val="B57B6B"/>
      </a:accent2>
      <a:accent3>
        <a:srgbClr val="9E8484"/>
      </a:accent3>
      <a:accent4>
        <a:srgbClr val="7C8A75"/>
      </a:accent4>
      <a:accent5>
        <a:srgbClr val="8C8578"/>
      </a:accent5>
      <a:accent6>
        <a:srgbClr val="A18563"/>
      </a:accent6>
      <a:hlink>
        <a:srgbClr val="B57B6B"/>
      </a:hlink>
      <a:folHlink>
        <a:srgbClr val="7C8A75"/>
      </a:folHlink>
    </a:clrScheme>
    <a:fontScheme name="Custom 1">
      <a:majorFont>
        <a:latin typeface="Batang"/>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lignmentVTI" id="{606D7720-FAA0-4ADC-B967-3239DA8ECA1A}" vid="{10074623-6FCC-4A3C-AAA5-58644BD8FF19}"/>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Widescreen</PresentationFormat>
  <Paragraphs>0</Paragraphs>
  <Slides>29</Slides>
  <Notes>0</Notes>
  <HiddenSlides>0</HiddenSlides>
  <MMClips>0</MMClips>
  <ScaleCrop>false</ScaleCrop>
  <HeadingPairs>
    <vt:vector size="4" baseType="variant">
      <vt:variant>
        <vt:lpstr>Tema</vt:lpstr>
      </vt:variant>
      <vt:variant>
        <vt:i4>1</vt:i4>
      </vt:variant>
      <vt:variant>
        <vt:lpstr>Títulos de slides</vt:lpstr>
      </vt:variant>
      <vt:variant>
        <vt:i4>29</vt:i4>
      </vt:variant>
    </vt:vector>
  </HeadingPairs>
  <TitlesOfParts>
    <vt:vector size="30" baseType="lpstr">
      <vt:lpstr>AlignmentVTI</vt:lpstr>
      <vt:lpstr>Desafio ML</vt:lpstr>
      <vt:lpstr>Definição do Problema</vt:lpstr>
      <vt:lpstr>Desafio</vt:lpstr>
      <vt:lpstr>Desafio 1 - Fragmentação de Tráfego</vt:lpstr>
      <vt:lpstr>Desafio 1 - Fragmentação de Tráfego</vt:lpstr>
      <vt:lpstr>Desafio 1 - Fragmentação de Tráfego</vt:lpstr>
      <vt:lpstr>Arquitetura – Etapa 1</vt:lpstr>
      <vt:lpstr>Desafio 2 - Limitação de Tráfego</vt:lpstr>
      <vt:lpstr>Desafio 2 - Limitação de Tráfego</vt:lpstr>
      <vt:lpstr>Desafio 2 - Limitação de Tráfego</vt:lpstr>
      <vt:lpstr>Desafio 2 - Limitação de Tráfego</vt:lpstr>
      <vt:lpstr>Desafio 2 -Limitação de Tráfego</vt:lpstr>
      <vt:lpstr>Arquitetura – Etapa 2</vt:lpstr>
      <vt:lpstr>Desafio 3 - Monitoramento</vt:lpstr>
      <vt:lpstr>Desafio 3 - Monitoramento</vt:lpstr>
      <vt:lpstr>Desafio 3 - Monitoramento</vt:lpstr>
      <vt:lpstr>Desafio 3 – Painel saúde e fluxo de dados</vt:lpstr>
      <vt:lpstr>Desafio 3 – Painel saúde e fluxo de dados</vt:lpstr>
      <vt:lpstr>Desafio 3 – Painel banco de dados</vt:lpstr>
      <vt:lpstr>Desafio 3 – Painel banco de dados</vt:lpstr>
      <vt:lpstr>Desafio 3 – Painel banco de dados</vt:lpstr>
      <vt:lpstr>Desafio ML – Arquitetura Final</vt:lpstr>
      <vt:lpstr>Desafio ML – Alertas</vt:lpstr>
      <vt:lpstr>Desafio ML - Alertas</vt:lpstr>
      <vt:lpstr>Desafio ML - Alertas</vt:lpstr>
      <vt:lpstr>Desafio ML - Oportunidades</vt:lpstr>
      <vt:lpstr>Desafio ML - Oportunidades</vt:lpstr>
      <vt:lpstr>Desafio ML - Oportunidades</vt:lpstr>
      <vt:lpstr>Desafio ML -  Contatos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
  <cp:lastModifiedBy/>
  <cp:revision>1354</cp:revision>
  <dcterms:created xsi:type="dcterms:W3CDTF">2024-05-08T11:26:43Z</dcterms:created>
  <dcterms:modified xsi:type="dcterms:W3CDTF">2024-05-09T00:35:21Z</dcterms:modified>
</cp:coreProperties>
</file>